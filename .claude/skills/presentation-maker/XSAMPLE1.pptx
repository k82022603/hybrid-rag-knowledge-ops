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2"/>
    <p:sldId id="415" r:id="rId3"/>
  </p:sldIdLst>
  <p:sldSz cx="12192000" cy="6858000"/>
  <p:notesSz cx="6858000" cy="9144000"/>
  <p:embeddedFontLst>
    <p:embeddedFont>
      <p:font typeface="맑은 고딕" panose="020B0503020000020004" pitchFamily="50" charset="-127"/>
      <p:regular r:id="rId5"/>
      <p:bold r:id="rId6"/>
    </p:embeddedFont>
    <p:embeddedFont>
      <p:font typeface="맑은 고딕" panose="020B0503020000020004" pitchFamily="50" charset="-127"/>
      <p:regular r:id="rId5"/>
      <p:bold r:id="rId6"/>
    </p:embeddedFont>
    <p:embeddedFont>
      <p:font typeface="Helvetica Neue" panose="020B0604020202020204" charset="0"/>
      <p:regular r:id="rId7"/>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기본 구역" id="{102E4947-E246-4F18-BCFB-E96D18A064AD}">
          <p14:sldIdLst>
            <p14:sldId id="256"/>
            <p14:sldId id="415"/>
          </p14:sldIdLst>
        </p14:section>
      </p14:sectionLst>
    </p:ex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2" roundtripDataSignature="AMtx7mi3VQf0VQaicZeV9KMl8esXajvf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4472C4"/>
    <a:srgbClr val="548235"/>
    <a:srgbClr val="BADBA5"/>
    <a:srgbClr val="FFE6CC"/>
    <a:srgbClr val="DAE8FC"/>
    <a:srgbClr val="F5F5F5"/>
    <a:srgbClr val="D5E8D4"/>
    <a:srgbClr val="F8F9FA"/>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17C77E-D94A-4187-88DD-45A7EEB2435D}">
  <a:tblStyle styleId="{E217C77E-D94A-4187-88DD-45A7EEB2435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4AE8824-57A3-4555-ACBE-B0C82B973E79}" styleName="Table_1">
    <a:wholeTbl>
      <a:tcTxStyle b="off" i="off">
        <a:font>
          <a:latin typeface="맑은 고딕"/>
          <a:ea typeface="맑은 고딕"/>
          <a:cs typeface="맑은 고딕"/>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맑은 고딕"/>
          <a:ea typeface="맑은 고딕"/>
          <a:cs typeface="맑은 고딕"/>
        </a:font>
        <a:schemeClr val="lt1"/>
      </a:tcTxStyle>
      <a:tcStyle>
        <a:tcBdr/>
        <a:fill>
          <a:solidFill>
            <a:schemeClr val="accent1"/>
          </a:solidFill>
        </a:fill>
      </a:tcStyle>
    </a:lastCol>
    <a:firstCol>
      <a:tcTxStyle b="on" i="off">
        <a:font>
          <a:latin typeface="맑은 고딕"/>
          <a:ea typeface="맑은 고딕"/>
          <a:cs typeface="맑은 고딕"/>
        </a:font>
        <a:schemeClr val="lt1"/>
      </a:tcTxStyle>
      <a:tcStyle>
        <a:tcBdr/>
        <a:fill>
          <a:solidFill>
            <a:schemeClr val="accent1"/>
          </a:solidFill>
        </a:fill>
      </a:tcStyle>
    </a:firstCol>
    <a:lastRow>
      <a:tcTxStyle b="on" i="off">
        <a:font>
          <a:latin typeface="맑은 고딕"/>
          <a:ea typeface="맑은 고딕"/>
          <a:cs typeface="맑은 고딕"/>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맑은 고딕"/>
          <a:ea typeface="맑은 고딕"/>
          <a:cs typeface="맑은 고딕"/>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17" autoAdjust="0"/>
    <p:restoredTop sz="96395" autoAdjust="0"/>
  </p:normalViewPr>
  <p:slideViewPr>
    <p:cSldViewPr snapToGrid="0">
      <p:cViewPr varScale="1">
        <p:scale>
          <a:sx n="115" d="100"/>
          <a:sy n="115" d="100"/>
        </p:scale>
        <p:origin x="936" y="108"/>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6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3.fntdata"/><Relationship Id="rId162" Type="http://customschemas.google.com/relationships/presentationmetadata" Target="metadata"/><Relationship Id="rId2" Type="http://schemas.openxmlformats.org/officeDocument/2006/relationships/slide" Target="slides/slide1.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5" Type="http://schemas.openxmlformats.org/officeDocument/2006/relationships/font" Target="fonts/font1.fntdata"/><Relationship Id="rId165" Type="http://schemas.openxmlformats.org/officeDocument/2006/relationships/theme" Target="theme/theme1.xml"/><Relationship Id="rId10" Type="http://schemas.openxmlformats.org/officeDocument/2006/relationships/font" Target="fonts/font6.fntdata"/><Relationship Id="rId164"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ko-KR"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6814678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log.ippon.tech/why-is-agile-failing-a-scrum-masters-retrospective/"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log.ippon.tech/why-is-agile-failing-a-scrum-masters-retrospective/"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ltLang="ko-KR" sz="1200" b="1" i="0" u="none" strike="noStrike" cap="none" smtClean="0">
                <a:solidFill>
                  <a:schemeClr val="dk1"/>
                </a:solidFill>
                <a:effectLst/>
                <a:latin typeface="Malgun Gothic"/>
                <a:ea typeface="Malgun Gothic"/>
                <a:cs typeface="Malgun Gothic"/>
                <a:sym typeface="Malgun Gothic"/>
              </a:rPr>
              <a:t>https://g.co/gemini/share/8aba977372c4</a:t>
            </a:r>
          </a:p>
          <a:p>
            <a:endParaRPr lang="en-US" altLang="ko-KR" sz="1200" b="1" i="0" u="none" strike="noStrike" cap="none" smtClean="0">
              <a:solidFill>
                <a:schemeClr val="dk1"/>
              </a:solidFill>
              <a:effectLst/>
              <a:latin typeface="Malgun Gothic"/>
              <a:ea typeface="Malgun Gothic"/>
              <a:cs typeface="Malgun Gothic"/>
              <a:sym typeface="Malgun Gothic"/>
            </a:endParaRPr>
          </a:p>
          <a:p>
            <a:r>
              <a:rPr lang="ko-KR" altLang="en-US" sz="1200" b="1" i="0" u="none" strike="noStrike" cap="none" err="1" smtClean="0">
                <a:solidFill>
                  <a:schemeClr val="dk1"/>
                </a:solidFill>
                <a:effectLst/>
                <a:latin typeface="Malgun Gothic"/>
                <a:ea typeface="Malgun Gothic"/>
                <a:cs typeface="Malgun Gothic"/>
                <a:sym typeface="Malgun Gothic"/>
              </a:rPr>
              <a:t>머신러닝</a:t>
            </a:r>
            <a:r>
              <a:rPr lang="en-US" altLang="ko-KR" sz="1200" b="1" i="0" u="none" strike="noStrike" cap="none" smtClean="0">
                <a:solidFill>
                  <a:schemeClr val="dk1"/>
                </a:solidFill>
                <a:effectLst/>
                <a:latin typeface="Malgun Gothic"/>
                <a:ea typeface="Malgun Gothic"/>
                <a:cs typeface="Malgun Gothic"/>
                <a:sym typeface="Malgun Gothic"/>
              </a:rPr>
              <a:t>, </a:t>
            </a:r>
            <a:r>
              <a:rPr lang="ko-KR" altLang="en-US" sz="1200" b="1" i="0" u="none" strike="noStrike" cap="none" smtClean="0">
                <a:solidFill>
                  <a:schemeClr val="dk1"/>
                </a:solidFill>
                <a:effectLst/>
                <a:latin typeface="Malgun Gothic"/>
                <a:ea typeface="Malgun Gothic"/>
                <a:cs typeface="Malgun Gothic"/>
                <a:sym typeface="Malgun Gothic"/>
              </a:rPr>
              <a:t>인공신경망</a:t>
            </a:r>
            <a:r>
              <a:rPr lang="en-US" altLang="ko-KR" sz="1200" b="1" i="0" u="none" strike="noStrike" cap="none" smtClean="0">
                <a:solidFill>
                  <a:schemeClr val="dk1"/>
                </a:solidFill>
                <a:effectLst/>
                <a:latin typeface="Malgun Gothic"/>
                <a:ea typeface="Malgun Gothic"/>
                <a:cs typeface="Malgun Gothic"/>
                <a:sym typeface="Malgun Gothic"/>
              </a:rPr>
              <a:t>, </a:t>
            </a:r>
            <a:r>
              <a:rPr lang="ko-KR" altLang="en-US" sz="1200" b="1" i="0" u="none" strike="noStrike" cap="none" err="1" smtClean="0">
                <a:solidFill>
                  <a:schemeClr val="dk1"/>
                </a:solidFill>
                <a:effectLst/>
                <a:latin typeface="Malgun Gothic"/>
                <a:ea typeface="Malgun Gothic"/>
                <a:cs typeface="Malgun Gothic"/>
                <a:sym typeface="Malgun Gothic"/>
              </a:rPr>
              <a:t>딥러닝</a:t>
            </a:r>
            <a:r>
              <a:rPr lang="en-US" altLang="ko-KR" sz="1200" b="1" i="0" u="none" strike="noStrike" cap="none" smtClean="0">
                <a:solidFill>
                  <a:schemeClr val="dk1"/>
                </a:solidFill>
                <a:effectLst/>
                <a:latin typeface="Malgun Gothic"/>
                <a:ea typeface="Malgun Gothic"/>
                <a:cs typeface="Malgun Gothic"/>
                <a:sym typeface="Malgun Gothic"/>
              </a:rPr>
              <a:t>, </a:t>
            </a:r>
            <a:r>
              <a:rPr lang="ko-KR" altLang="en-US" sz="1200" b="1" i="0" u="none" strike="noStrike" cap="none" smtClean="0">
                <a:solidFill>
                  <a:schemeClr val="dk1"/>
                </a:solidFill>
                <a:effectLst/>
                <a:latin typeface="Malgun Gothic"/>
                <a:ea typeface="Malgun Gothic"/>
                <a:cs typeface="Malgun Gothic"/>
                <a:sym typeface="Malgun Gothic"/>
              </a:rPr>
              <a:t>그리고 오픈</a:t>
            </a:r>
            <a:r>
              <a:rPr lang="en-US" altLang="ko-KR" sz="1200" b="1" i="0" u="none" strike="noStrike" cap="none" smtClean="0">
                <a:solidFill>
                  <a:schemeClr val="dk1"/>
                </a:solidFill>
                <a:effectLst/>
                <a:latin typeface="Malgun Gothic"/>
                <a:ea typeface="Malgun Gothic"/>
                <a:cs typeface="Malgun Gothic"/>
                <a:sym typeface="Malgun Gothic"/>
              </a:rPr>
              <a:t>AI: </a:t>
            </a:r>
            <a:r>
              <a:rPr lang="ko-KR" altLang="en-US" sz="1200" b="1" i="0" u="none" strike="noStrike" cap="none" smtClean="0">
                <a:solidFill>
                  <a:schemeClr val="dk1"/>
                </a:solidFill>
                <a:effectLst/>
                <a:latin typeface="Malgun Gothic"/>
                <a:ea typeface="Malgun Gothic"/>
                <a:cs typeface="Malgun Gothic"/>
                <a:sym typeface="Malgun Gothic"/>
              </a:rPr>
              <a:t>완벽한 가이드</a:t>
            </a:r>
          </a:p>
          <a:p>
            <a:r>
              <a:rPr lang="en-US" altLang="ko-KR" sz="1200" b="1" i="0" u="none" strike="noStrike" cap="none" smtClean="0">
                <a:solidFill>
                  <a:schemeClr val="dk1"/>
                </a:solidFill>
                <a:effectLst/>
                <a:latin typeface="Malgun Gothic"/>
                <a:ea typeface="Malgun Gothic"/>
                <a:cs typeface="Malgun Gothic"/>
                <a:sym typeface="Malgun Gothic"/>
              </a:rPr>
              <a:t>1. </a:t>
            </a:r>
            <a:r>
              <a:rPr lang="ko-KR" altLang="en-US" sz="1200" b="1" i="0" u="none" strike="noStrike" cap="none" err="1" smtClean="0">
                <a:solidFill>
                  <a:schemeClr val="dk1"/>
                </a:solidFill>
                <a:effectLst/>
                <a:latin typeface="Malgun Gothic"/>
                <a:ea typeface="Malgun Gothic"/>
                <a:cs typeface="Malgun Gothic"/>
                <a:sym typeface="Malgun Gothic"/>
              </a:rPr>
              <a:t>머신러닝</a:t>
            </a:r>
            <a:endParaRPr lang="ko-KR" altLang="en-US" sz="1200" b="0" i="0" u="none" strike="noStrike" cap="none" smtClean="0">
              <a:solidFill>
                <a:schemeClr val="dk1"/>
              </a:solidFill>
              <a:effectLst/>
              <a:latin typeface="Malgun Gothic"/>
              <a:ea typeface="Malgun Gothic"/>
              <a:cs typeface="Malgun Gothic"/>
              <a:sym typeface="Malgun Gothic"/>
            </a:endParaRPr>
          </a:p>
          <a:p>
            <a:r>
              <a:rPr lang="ko-KR" altLang="en-US" sz="1200" b="1" i="0" u="none" strike="noStrike" cap="none" err="1" smtClean="0">
                <a:solidFill>
                  <a:schemeClr val="dk1"/>
                </a:solidFill>
                <a:effectLst/>
                <a:latin typeface="Malgun Gothic"/>
                <a:ea typeface="Malgun Gothic"/>
                <a:cs typeface="Malgun Gothic"/>
                <a:sym typeface="Malgun Gothic"/>
              </a:rPr>
              <a:t>머신러닝이란</a:t>
            </a:r>
            <a:r>
              <a:rPr lang="ko-KR" altLang="en-US" sz="1200" b="1" i="0" u="none" strike="noStrike" cap="none" smtClean="0">
                <a:solidFill>
                  <a:schemeClr val="dk1"/>
                </a:solidFill>
                <a:effectLst/>
                <a:latin typeface="Malgun Gothic"/>
                <a:ea typeface="Malgun Gothic"/>
                <a:cs typeface="Malgun Gothic"/>
                <a:sym typeface="Malgun Gothic"/>
              </a:rPr>
              <a:t> 무엇인가</a:t>
            </a:r>
            <a:r>
              <a:rPr lang="en-US" altLang="ko-KR" sz="1200" b="1" i="0" u="none" strike="noStrike" cap="none" smtClean="0">
                <a:solidFill>
                  <a:schemeClr val="dk1"/>
                </a:solidFill>
                <a:effectLst/>
                <a:latin typeface="Malgun Gothic"/>
                <a:ea typeface="Malgun Gothic"/>
                <a:cs typeface="Malgun Gothic"/>
                <a:sym typeface="Malgun Gothic"/>
              </a:rPr>
              <a:t>?</a:t>
            </a:r>
            <a:endParaRPr lang="ko-KR" altLang="en-US" sz="1200" b="0" i="0" u="none" strike="noStrike" cap="none" smtClean="0">
              <a:solidFill>
                <a:schemeClr val="dk1"/>
              </a:solidFill>
              <a:effectLst/>
              <a:latin typeface="Malgun Gothic"/>
              <a:ea typeface="Malgun Gothic"/>
              <a:cs typeface="Malgun Gothic"/>
              <a:sym typeface="Malgun Gothic"/>
            </a:endParaRPr>
          </a:p>
          <a:p>
            <a:pPr lvl="1"/>
            <a:r>
              <a:rPr lang="ko-KR" altLang="en-US" sz="1200" b="0" i="0" u="none" strike="noStrike" cap="none" smtClean="0">
                <a:solidFill>
                  <a:schemeClr val="dk1"/>
                </a:solidFill>
                <a:effectLst/>
                <a:latin typeface="Malgun Gothic"/>
                <a:ea typeface="Malgun Gothic"/>
                <a:cs typeface="Malgun Gothic"/>
                <a:sym typeface="Malgun Gothic"/>
              </a:rPr>
              <a:t>정의</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역사</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주요 개념</a:t>
            </a:r>
          </a:p>
          <a:p>
            <a:pPr lvl="1"/>
            <a:r>
              <a:rPr lang="ko-KR" altLang="en-US" sz="1200" b="0" i="0" u="none" strike="noStrike" cap="none" smtClean="0">
                <a:solidFill>
                  <a:schemeClr val="dk1"/>
                </a:solidFill>
                <a:effectLst/>
                <a:latin typeface="Malgun Gothic"/>
                <a:ea typeface="Malgun Gothic"/>
                <a:cs typeface="Malgun Gothic"/>
                <a:sym typeface="Malgun Gothic"/>
              </a:rPr>
              <a:t>감독 학습</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err="1" smtClean="0">
                <a:solidFill>
                  <a:schemeClr val="dk1"/>
                </a:solidFill>
                <a:effectLst/>
                <a:latin typeface="Malgun Gothic"/>
                <a:ea typeface="Malgun Gothic"/>
                <a:cs typeface="Malgun Gothic"/>
                <a:sym typeface="Malgun Gothic"/>
              </a:rPr>
              <a:t>비감독</a:t>
            </a:r>
            <a:r>
              <a:rPr lang="ko-KR" altLang="en-US" sz="1200" b="0" i="0" u="none" strike="noStrike" cap="none" smtClean="0">
                <a:solidFill>
                  <a:schemeClr val="dk1"/>
                </a:solidFill>
                <a:effectLst/>
                <a:latin typeface="Malgun Gothic"/>
                <a:ea typeface="Malgun Gothic"/>
                <a:cs typeface="Malgun Gothic"/>
                <a:sym typeface="Malgun Gothic"/>
              </a:rPr>
              <a:t> 학습</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강화 학습</a:t>
            </a:r>
          </a:p>
          <a:p>
            <a:pPr lvl="1"/>
            <a:r>
              <a:rPr lang="ko-KR" altLang="en-US" sz="1200" b="0" i="0" u="none" strike="noStrike" cap="none" smtClean="0">
                <a:solidFill>
                  <a:schemeClr val="dk1"/>
                </a:solidFill>
                <a:effectLst/>
                <a:latin typeface="Malgun Gothic"/>
                <a:ea typeface="Malgun Gothic"/>
                <a:cs typeface="Malgun Gothic"/>
                <a:sym typeface="Malgun Gothic"/>
              </a:rPr>
              <a:t>주요 </a:t>
            </a:r>
            <a:r>
              <a:rPr lang="ko-KR" altLang="en-US" sz="1200" b="0" i="0" u="none" strike="noStrike" cap="none" err="1" smtClean="0">
                <a:solidFill>
                  <a:schemeClr val="dk1"/>
                </a:solidFill>
                <a:effectLst/>
                <a:latin typeface="Malgun Gothic"/>
                <a:ea typeface="Malgun Gothic"/>
                <a:cs typeface="Malgun Gothic"/>
                <a:sym typeface="Malgun Gothic"/>
              </a:rPr>
              <a:t>머신러닝</a:t>
            </a:r>
            <a:r>
              <a:rPr lang="ko-KR" altLang="en-US" sz="1200" b="0" i="0" u="none" strike="noStrike" cap="none" smtClean="0">
                <a:solidFill>
                  <a:schemeClr val="dk1"/>
                </a:solidFill>
                <a:effectLst/>
                <a:latin typeface="Malgun Gothic"/>
                <a:ea typeface="Malgun Gothic"/>
                <a:cs typeface="Malgun Gothic"/>
                <a:sym typeface="Malgun Gothic"/>
              </a:rPr>
              <a:t> 알고리즘 </a:t>
            </a:r>
            <a:r>
              <a:rPr lang="en-US" altLang="ko-KR" sz="1200" b="0" i="0" u="none" strike="noStrike" cap="none" smtClean="0">
                <a:solidFill>
                  <a:schemeClr val="dk1"/>
                </a:solidFill>
                <a:effectLst/>
                <a:latin typeface="Malgun Gothic"/>
                <a:ea typeface="Malgun Gothic"/>
                <a:cs typeface="Malgun Gothic"/>
                <a:sym typeface="Malgun Gothic"/>
              </a:rPr>
              <a:t>(</a:t>
            </a:r>
            <a:r>
              <a:rPr lang="ko-KR" altLang="en-US" sz="1200" b="0" i="0" u="none" strike="noStrike" cap="none" smtClean="0">
                <a:solidFill>
                  <a:schemeClr val="dk1"/>
                </a:solidFill>
                <a:effectLst/>
                <a:latin typeface="Malgun Gothic"/>
                <a:ea typeface="Malgun Gothic"/>
                <a:cs typeface="Malgun Gothic"/>
                <a:sym typeface="Malgun Gothic"/>
              </a:rPr>
              <a:t>선형 회귀</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err="1" smtClean="0">
                <a:solidFill>
                  <a:schemeClr val="dk1"/>
                </a:solidFill>
                <a:effectLst/>
                <a:latin typeface="Malgun Gothic"/>
                <a:ea typeface="Malgun Gothic"/>
                <a:cs typeface="Malgun Gothic"/>
                <a:sym typeface="Malgun Gothic"/>
              </a:rPr>
              <a:t>로지스틱</a:t>
            </a:r>
            <a:r>
              <a:rPr lang="ko-KR" altLang="en-US" sz="1200" b="0" i="0" u="none" strike="noStrike" cap="none" smtClean="0">
                <a:solidFill>
                  <a:schemeClr val="dk1"/>
                </a:solidFill>
                <a:effectLst/>
                <a:latin typeface="Malgun Gothic"/>
                <a:ea typeface="Malgun Gothic"/>
                <a:cs typeface="Malgun Gothic"/>
                <a:sym typeface="Malgun Gothic"/>
              </a:rPr>
              <a:t> 회귀</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결정 트리</a:t>
            </a:r>
            <a:r>
              <a:rPr lang="en-US" altLang="ko-KR" sz="1200" b="0" i="0" u="none" strike="noStrike" cap="none" smtClean="0">
                <a:solidFill>
                  <a:schemeClr val="dk1"/>
                </a:solidFill>
                <a:effectLst/>
                <a:latin typeface="Malgun Gothic"/>
                <a:ea typeface="Malgun Gothic"/>
                <a:cs typeface="Malgun Gothic"/>
                <a:sym typeface="Malgun Gothic"/>
              </a:rPr>
              <a:t>, SVM, KNN </a:t>
            </a:r>
            <a:r>
              <a:rPr lang="ko-KR" altLang="en-US" sz="1200" b="0" i="0" u="none" strike="noStrike" cap="none" smtClean="0">
                <a:solidFill>
                  <a:schemeClr val="dk1"/>
                </a:solidFill>
                <a:effectLst/>
                <a:latin typeface="Malgun Gothic"/>
                <a:ea typeface="Malgun Gothic"/>
                <a:cs typeface="Malgun Gothic"/>
                <a:sym typeface="Malgun Gothic"/>
              </a:rPr>
              <a:t>등</a:t>
            </a:r>
            <a:r>
              <a:rPr lang="en-US" altLang="ko-KR" sz="1200" b="0" i="0" u="none" strike="noStrike" cap="none" smtClean="0">
                <a:solidFill>
                  <a:schemeClr val="dk1"/>
                </a:solidFill>
                <a:effectLst/>
                <a:latin typeface="Malgun Gothic"/>
                <a:ea typeface="Malgun Gothic"/>
                <a:cs typeface="Malgun Gothic"/>
                <a:sym typeface="Malgun Gothic"/>
              </a:rPr>
              <a:t>)</a:t>
            </a:r>
          </a:p>
          <a:p>
            <a:r>
              <a:rPr lang="ko-KR" altLang="en-US" sz="1200" b="1" i="0" u="none" strike="noStrike" cap="none" err="1" smtClean="0">
                <a:solidFill>
                  <a:schemeClr val="dk1"/>
                </a:solidFill>
                <a:effectLst/>
                <a:latin typeface="Malgun Gothic"/>
                <a:ea typeface="Malgun Gothic"/>
                <a:cs typeface="Malgun Gothic"/>
                <a:sym typeface="Malgun Gothic"/>
              </a:rPr>
              <a:t>머신러닝</a:t>
            </a:r>
            <a:r>
              <a:rPr lang="ko-KR" altLang="en-US" sz="1200" b="1" i="0" u="none" strike="noStrike" cap="none" smtClean="0">
                <a:solidFill>
                  <a:schemeClr val="dk1"/>
                </a:solidFill>
                <a:effectLst/>
                <a:latin typeface="Malgun Gothic"/>
                <a:ea typeface="Malgun Gothic"/>
                <a:cs typeface="Malgun Gothic"/>
                <a:sym typeface="Malgun Gothic"/>
              </a:rPr>
              <a:t> 적용 분야</a:t>
            </a:r>
            <a:endParaRPr lang="ko-KR" altLang="en-US" sz="1200" b="0" i="0" u="none" strike="noStrike" cap="none" smtClean="0">
              <a:solidFill>
                <a:schemeClr val="dk1"/>
              </a:solidFill>
              <a:effectLst/>
              <a:latin typeface="Malgun Gothic"/>
              <a:ea typeface="Malgun Gothic"/>
              <a:cs typeface="Malgun Gothic"/>
              <a:sym typeface="Malgun Gothic"/>
            </a:endParaRPr>
          </a:p>
          <a:p>
            <a:pPr lvl="1"/>
            <a:r>
              <a:rPr lang="ko-KR" altLang="en-US" sz="1200" b="0" i="0" u="none" strike="noStrike" cap="none" smtClean="0">
                <a:solidFill>
                  <a:schemeClr val="dk1"/>
                </a:solidFill>
                <a:effectLst/>
                <a:latin typeface="Malgun Gothic"/>
                <a:ea typeface="Malgun Gothic"/>
                <a:cs typeface="Malgun Gothic"/>
                <a:sym typeface="Malgun Gothic"/>
              </a:rPr>
              <a:t>이미지 인식</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자연어 처리</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음성 인식</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추천 시스템</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의료 진단</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금융 예측 등</a:t>
            </a:r>
          </a:p>
          <a:p>
            <a:r>
              <a:rPr lang="ko-KR" altLang="en-US" sz="1200" b="1" i="0" u="none" strike="noStrike" cap="none" err="1" smtClean="0">
                <a:solidFill>
                  <a:schemeClr val="dk1"/>
                </a:solidFill>
                <a:effectLst/>
                <a:latin typeface="Malgun Gothic"/>
                <a:ea typeface="Malgun Gothic"/>
                <a:cs typeface="Malgun Gothic"/>
                <a:sym typeface="Malgun Gothic"/>
              </a:rPr>
              <a:t>머신러닝</a:t>
            </a:r>
            <a:r>
              <a:rPr lang="ko-KR" altLang="en-US" sz="1200" b="1" i="0" u="none" strike="noStrike" cap="none" smtClean="0">
                <a:solidFill>
                  <a:schemeClr val="dk1"/>
                </a:solidFill>
                <a:effectLst/>
                <a:latin typeface="Malgun Gothic"/>
                <a:ea typeface="Malgun Gothic"/>
                <a:cs typeface="Malgun Gothic"/>
                <a:sym typeface="Malgun Gothic"/>
              </a:rPr>
              <a:t> 시작하기</a:t>
            </a:r>
            <a:endParaRPr lang="ko-KR" altLang="en-US" sz="1200" b="0" i="0" u="none" strike="noStrike" cap="none" smtClean="0">
              <a:solidFill>
                <a:schemeClr val="dk1"/>
              </a:solidFill>
              <a:effectLst/>
              <a:latin typeface="Malgun Gothic"/>
              <a:ea typeface="Malgun Gothic"/>
              <a:cs typeface="Malgun Gothic"/>
              <a:sym typeface="Malgun Gothic"/>
            </a:endParaRPr>
          </a:p>
          <a:p>
            <a:pPr lvl="1"/>
            <a:r>
              <a:rPr lang="ko-KR" altLang="en-US" sz="1200" b="0" i="0" u="none" strike="noStrike" cap="none" smtClean="0">
                <a:solidFill>
                  <a:schemeClr val="dk1"/>
                </a:solidFill>
                <a:effectLst/>
                <a:latin typeface="Malgun Gothic"/>
                <a:ea typeface="Malgun Gothic"/>
                <a:cs typeface="Malgun Gothic"/>
                <a:sym typeface="Malgun Gothic"/>
              </a:rPr>
              <a:t>필요한 도구 및 프로그래밍 언어 </a:t>
            </a:r>
            <a:r>
              <a:rPr lang="en-US" altLang="ko-KR" sz="1200" b="0" i="0" u="none" strike="noStrike" cap="none" smtClean="0">
                <a:solidFill>
                  <a:schemeClr val="dk1"/>
                </a:solidFill>
                <a:effectLst/>
                <a:latin typeface="Malgun Gothic"/>
                <a:ea typeface="Malgun Gothic"/>
                <a:cs typeface="Malgun Gothic"/>
                <a:sym typeface="Malgun Gothic"/>
              </a:rPr>
              <a:t>(Python, R </a:t>
            </a:r>
            <a:r>
              <a:rPr lang="ko-KR" altLang="en-US" sz="1200" b="0" i="0" u="none" strike="noStrike" cap="none" smtClean="0">
                <a:solidFill>
                  <a:schemeClr val="dk1"/>
                </a:solidFill>
                <a:effectLst/>
                <a:latin typeface="Malgun Gothic"/>
                <a:ea typeface="Malgun Gothic"/>
                <a:cs typeface="Malgun Gothic"/>
                <a:sym typeface="Malgun Gothic"/>
              </a:rPr>
              <a:t>등</a:t>
            </a:r>
            <a:r>
              <a:rPr lang="en-US" altLang="ko-KR" sz="1200" b="0" i="0" u="none" strike="noStrike" cap="none" smtClean="0">
                <a:solidFill>
                  <a:schemeClr val="dk1"/>
                </a:solidFill>
                <a:effectLst/>
                <a:latin typeface="Malgun Gothic"/>
                <a:ea typeface="Malgun Gothic"/>
                <a:cs typeface="Malgun Gothic"/>
                <a:sym typeface="Malgun Gothic"/>
              </a:rPr>
              <a:t>)</a:t>
            </a:r>
          </a:p>
          <a:p>
            <a:pPr lvl="1"/>
            <a:r>
              <a:rPr lang="ko-KR" altLang="en-US" sz="1200" b="0" i="0" u="none" strike="noStrike" cap="none" smtClean="0">
                <a:solidFill>
                  <a:schemeClr val="dk1"/>
                </a:solidFill>
                <a:effectLst/>
                <a:latin typeface="Malgun Gothic"/>
                <a:ea typeface="Malgun Gothic"/>
                <a:cs typeface="Malgun Gothic"/>
                <a:sym typeface="Malgun Gothic"/>
              </a:rPr>
              <a:t>주요 </a:t>
            </a:r>
            <a:r>
              <a:rPr lang="ko-KR" altLang="en-US" sz="1200" b="0" i="0" u="none" strike="noStrike" cap="none" err="1" smtClean="0">
                <a:solidFill>
                  <a:schemeClr val="dk1"/>
                </a:solidFill>
                <a:effectLst/>
                <a:latin typeface="Malgun Gothic"/>
                <a:ea typeface="Malgun Gothic"/>
                <a:cs typeface="Malgun Gothic"/>
                <a:sym typeface="Malgun Gothic"/>
              </a:rPr>
              <a:t>머신러닝</a:t>
            </a:r>
            <a:r>
              <a:rPr lang="ko-KR" altLang="en-US" sz="1200" b="0" i="0" u="none" strike="noStrike" cap="none" smtClean="0">
                <a:solidFill>
                  <a:schemeClr val="dk1"/>
                </a:solidFill>
                <a:effectLst/>
                <a:latin typeface="Malgun Gothic"/>
                <a:ea typeface="Malgun Gothic"/>
                <a:cs typeface="Malgun Gothic"/>
                <a:sym typeface="Malgun Gothic"/>
              </a:rPr>
              <a:t> 라이브러리 </a:t>
            </a:r>
            <a:r>
              <a:rPr lang="en-US" altLang="ko-KR" sz="1200" b="0" i="0" u="none" strike="noStrike" cap="none" smtClean="0">
                <a:solidFill>
                  <a:schemeClr val="dk1"/>
                </a:solidFill>
                <a:effectLst/>
                <a:latin typeface="Malgun Gothic"/>
                <a:ea typeface="Malgun Gothic"/>
                <a:cs typeface="Malgun Gothic"/>
                <a:sym typeface="Malgun Gothic"/>
              </a:rPr>
              <a:t>(</a:t>
            </a:r>
            <a:r>
              <a:rPr lang="en-US" altLang="ko-KR" sz="1200" b="0" i="0" u="none" strike="noStrike" cap="none" err="1" smtClean="0">
                <a:solidFill>
                  <a:schemeClr val="dk1"/>
                </a:solidFill>
                <a:effectLst/>
                <a:latin typeface="Malgun Gothic"/>
                <a:ea typeface="Malgun Gothic"/>
                <a:cs typeface="Malgun Gothic"/>
                <a:sym typeface="Malgun Gothic"/>
              </a:rPr>
              <a:t>scikit</a:t>
            </a:r>
            <a:r>
              <a:rPr lang="en-US" altLang="ko-KR" sz="1200" b="0" i="0" u="none" strike="noStrike" cap="none" smtClean="0">
                <a:solidFill>
                  <a:schemeClr val="dk1"/>
                </a:solidFill>
                <a:effectLst/>
                <a:latin typeface="Malgun Gothic"/>
                <a:ea typeface="Malgun Gothic"/>
                <a:cs typeface="Malgun Gothic"/>
                <a:sym typeface="Malgun Gothic"/>
              </a:rPr>
              <a:t>-learn, </a:t>
            </a:r>
            <a:r>
              <a:rPr lang="en-US" altLang="ko-KR" sz="1200" b="0" i="0" u="none" strike="noStrike" cap="none" err="1" smtClean="0">
                <a:solidFill>
                  <a:schemeClr val="dk1"/>
                </a:solidFill>
                <a:effectLst/>
                <a:latin typeface="Malgun Gothic"/>
                <a:ea typeface="Malgun Gothic"/>
                <a:cs typeface="Malgun Gothic"/>
                <a:sym typeface="Malgun Gothic"/>
              </a:rPr>
              <a:t>TensorFlow</a:t>
            </a:r>
            <a:r>
              <a:rPr lang="en-US" altLang="ko-KR" sz="1200" b="0" i="0" u="none" strike="noStrike" cap="none" smtClean="0">
                <a:solidFill>
                  <a:schemeClr val="dk1"/>
                </a:solidFill>
                <a:effectLst/>
                <a:latin typeface="Malgun Gothic"/>
                <a:ea typeface="Malgun Gothic"/>
                <a:cs typeface="Malgun Gothic"/>
                <a:sym typeface="Malgun Gothic"/>
              </a:rPr>
              <a:t>, </a:t>
            </a:r>
            <a:r>
              <a:rPr lang="en-US" altLang="ko-KR" sz="1200" b="0" i="0" u="none" strike="noStrike" cap="none" err="1" smtClean="0">
                <a:solidFill>
                  <a:schemeClr val="dk1"/>
                </a:solidFill>
                <a:effectLst/>
                <a:latin typeface="Malgun Gothic"/>
                <a:ea typeface="Malgun Gothic"/>
                <a:cs typeface="Malgun Gothic"/>
                <a:sym typeface="Malgun Gothic"/>
              </a:rPr>
              <a:t>PyTorch</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등</a:t>
            </a:r>
            <a:r>
              <a:rPr lang="en-US" altLang="ko-KR" sz="1200" b="0" i="0" u="none" strike="noStrike" cap="none" smtClean="0">
                <a:solidFill>
                  <a:schemeClr val="dk1"/>
                </a:solidFill>
                <a:effectLst/>
                <a:latin typeface="Malgun Gothic"/>
                <a:ea typeface="Malgun Gothic"/>
                <a:cs typeface="Malgun Gothic"/>
                <a:sym typeface="Malgun Gothic"/>
              </a:rPr>
              <a:t>)</a:t>
            </a:r>
          </a:p>
          <a:p>
            <a:pPr lvl="1"/>
            <a:r>
              <a:rPr lang="ko-KR" altLang="en-US" sz="1200" b="0" i="0" u="none" strike="noStrike" cap="none" smtClean="0">
                <a:solidFill>
                  <a:schemeClr val="dk1"/>
                </a:solidFill>
                <a:effectLst/>
                <a:latin typeface="Malgun Gothic"/>
                <a:ea typeface="Malgun Gothic"/>
                <a:cs typeface="Malgun Gothic"/>
                <a:sym typeface="Malgun Gothic"/>
              </a:rPr>
              <a:t>실습 예제 및 데이터 세트</a:t>
            </a:r>
          </a:p>
          <a:p>
            <a:r>
              <a:rPr lang="en-US" altLang="ko-KR" sz="1200" b="1" i="0" u="none" strike="noStrike" cap="none" smtClean="0">
                <a:solidFill>
                  <a:schemeClr val="dk1"/>
                </a:solidFill>
                <a:effectLst/>
                <a:latin typeface="Malgun Gothic"/>
                <a:ea typeface="Malgun Gothic"/>
                <a:cs typeface="Malgun Gothic"/>
                <a:sym typeface="Malgun Gothic"/>
              </a:rPr>
              <a:t>2. </a:t>
            </a:r>
            <a:r>
              <a:rPr lang="ko-KR" altLang="en-US" sz="1200" b="1" i="0" u="none" strike="noStrike" cap="none" smtClean="0">
                <a:solidFill>
                  <a:schemeClr val="dk1"/>
                </a:solidFill>
                <a:effectLst/>
                <a:latin typeface="Malgun Gothic"/>
                <a:ea typeface="Malgun Gothic"/>
                <a:cs typeface="Malgun Gothic"/>
                <a:sym typeface="Malgun Gothic"/>
              </a:rPr>
              <a:t>인공신경망</a:t>
            </a:r>
            <a:endParaRPr lang="ko-KR" altLang="en-US" sz="1200" b="0" i="0" u="none" strike="noStrike" cap="none" smtClean="0">
              <a:solidFill>
                <a:schemeClr val="dk1"/>
              </a:solidFill>
              <a:effectLst/>
              <a:latin typeface="Malgun Gothic"/>
              <a:ea typeface="Malgun Gothic"/>
              <a:cs typeface="Malgun Gothic"/>
              <a:sym typeface="Malgun Gothic"/>
            </a:endParaRPr>
          </a:p>
          <a:p>
            <a:r>
              <a:rPr lang="ko-KR" altLang="en-US" sz="1200" b="1" i="0" u="none" strike="noStrike" cap="none" smtClean="0">
                <a:solidFill>
                  <a:schemeClr val="dk1"/>
                </a:solidFill>
                <a:effectLst/>
                <a:latin typeface="Malgun Gothic"/>
                <a:ea typeface="Malgun Gothic"/>
                <a:cs typeface="Malgun Gothic"/>
                <a:sym typeface="Malgun Gothic"/>
              </a:rPr>
              <a:t>인공신경망의 작동 방식</a:t>
            </a:r>
            <a:endParaRPr lang="ko-KR" altLang="en-US" sz="1200" b="0" i="0" u="none" strike="noStrike" cap="none" smtClean="0">
              <a:solidFill>
                <a:schemeClr val="dk1"/>
              </a:solidFill>
              <a:effectLst/>
              <a:latin typeface="Malgun Gothic"/>
              <a:ea typeface="Malgun Gothic"/>
              <a:cs typeface="Malgun Gothic"/>
              <a:sym typeface="Malgun Gothic"/>
            </a:endParaRPr>
          </a:p>
          <a:p>
            <a:pPr lvl="1"/>
            <a:r>
              <a:rPr lang="ko-KR" altLang="en-US" sz="1200" b="0" i="0" u="none" strike="noStrike" cap="none" smtClean="0">
                <a:solidFill>
                  <a:schemeClr val="dk1"/>
                </a:solidFill>
                <a:effectLst/>
                <a:latin typeface="Malgun Gothic"/>
                <a:ea typeface="Malgun Gothic"/>
                <a:cs typeface="Malgun Gothic"/>
                <a:sym typeface="Malgun Gothic"/>
              </a:rPr>
              <a:t>인간의 뇌 구조와 인공신경망의 비교</a:t>
            </a:r>
          </a:p>
          <a:p>
            <a:pPr lvl="1"/>
            <a:r>
              <a:rPr lang="ko-KR" altLang="en-US" sz="1200" b="0" i="0" u="none" strike="noStrike" cap="none" smtClean="0">
                <a:solidFill>
                  <a:schemeClr val="dk1"/>
                </a:solidFill>
                <a:effectLst/>
                <a:latin typeface="Malgun Gothic"/>
                <a:ea typeface="Malgun Gothic"/>
                <a:cs typeface="Malgun Gothic"/>
                <a:sym typeface="Malgun Gothic"/>
              </a:rPr>
              <a:t>뉴런</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시냅스</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가중치</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활성화 함수</a:t>
            </a:r>
          </a:p>
          <a:p>
            <a:pPr lvl="1"/>
            <a:r>
              <a:rPr lang="ko-KR" altLang="en-US" sz="1200" b="0" i="0" u="none" strike="noStrike" cap="none" smtClean="0">
                <a:solidFill>
                  <a:schemeClr val="dk1"/>
                </a:solidFill>
                <a:effectLst/>
                <a:latin typeface="Malgun Gothic"/>
                <a:ea typeface="Malgun Gothic"/>
                <a:cs typeface="Malgun Gothic"/>
                <a:sym typeface="Malgun Gothic"/>
              </a:rPr>
              <a:t>다양한 인공신경망 구조 </a:t>
            </a:r>
            <a:r>
              <a:rPr lang="en-US" altLang="ko-KR" sz="1200" b="0" i="0" u="none" strike="noStrike" cap="none" smtClean="0">
                <a:solidFill>
                  <a:schemeClr val="dk1"/>
                </a:solidFill>
                <a:effectLst/>
                <a:latin typeface="Malgun Gothic"/>
                <a:ea typeface="Malgun Gothic"/>
                <a:cs typeface="Malgun Gothic"/>
                <a:sym typeface="Malgun Gothic"/>
              </a:rPr>
              <a:t>(</a:t>
            </a:r>
            <a:r>
              <a:rPr lang="ko-KR" altLang="en-US" sz="1200" b="0" i="0" u="none" strike="noStrike" cap="none" err="1" smtClean="0">
                <a:solidFill>
                  <a:schemeClr val="dk1"/>
                </a:solidFill>
                <a:effectLst/>
                <a:latin typeface="Malgun Gothic"/>
                <a:ea typeface="Malgun Gothic"/>
                <a:cs typeface="Malgun Gothic"/>
                <a:sym typeface="Malgun Gothic"/>
              </a:rPr>
              <a:t>퍼셉트론</a:t>
            </a:r>
            <a:r>
              <a:rPr lang="en-US" altLang="ko-KR" sz="1200" b="0" i="0" u="none" strike="noStrike" cap="none" smtClean="0">
                <a:solidFill>
                  <a:schemeClr val="dk1"/>
                </a:solidFill>
                <a:effectLst/>
                <a:latin typeface="Malgun Gothic"/>
                <a:ea typeface="Malgun Gothic"/>
                <a:cs typeface="Malgun Gothic"/>
                <a:sym typeface="Malgun Gothic"/>
              </a:rPr>
              <a:t>, MLP, CNN, RNN </a:t>
            </a:r>
            <a:r>
              <a:rPr lang="ko-KR" altLang="en-US" sz="1200" b="0" i="0" u="none" strike="noStrike" cap="none" smtClean="0">
                <a:solidFill>
                  <a:schemeClr val="dk1"/>
                </a:solidFill>
                <a:effectLst/>
                <a:latin typeface="Malgun Gothic"/>
                <a:ea typeface="Malgun Gothic"/>
                <a:cs typeface="Malgun Gothic"/>
                <a:sym typeface="Malgun Gothic"/>
              </a:rPr>
              <a:t>등</a:t>
            </a:r>
            <a:r>
              <a:rPr lang="en-US" altLang="ko-KR" sz="1200" b="0" i="0" u="none" strike="noStrike" cap="none" smtClean="0">
                <a:solidFill>
                  <a:schemeClr val="dk1"/>
                </a:solidFill>
                <a:effectLst/>
                <a:latin typeface="Malgun Gothic"/>
                <a:ea typeface="Malgun Gothic"/>
                <a:cs typeface="Malgun Gothic"/>
                <a:sym typeface="Malgun Gothic"/>
              </a:rPr>
              <a:t>)</a:t>
            </a:r>
          </a:p>
          <a:p>
            <a:r>
              <a:rPr lang="ko-KR" altLang="en-US" sz="1200" b="1" i="0" u="none" strike="noStrike" cap="none" err="1" smtClean="0">
                <a:solidFill>
                  <a:schemeClr val="dk1"/>
                </a:solidFill>
                <a:effectLst/>
                <a:latin typeface="Malgun Gothic"/>
                <a:ea typeface="Malgun Gothic"/>
                <a:cs typeface="Malgun Gothic"/>
                <a:sym typeface="Malgun Gothic"/>
              </a:rPr>
              <a:t>딥러닝</a:t>
            </a:r>
            <a:endParaRPr lang="ko-KR" altLang="en-US" sz="1200" b="0" i="0" u="none" strike="noStrike" cap="none" smtClean="0">
              <a:solidFill>
                <a:schemeClr val="dk1"/>
              </a:solidFill>
              <a:effectLst/>
              <a:latin typeface="Malgun Gothic"/>
              <a:ea typeface="Malgun Gothic"/>
              <a:cs typeface="Malgun Gothic"/>
              <a:sym typeface="Malgun Gothic"/>
            </a:endParaRPr>
          </a:p>
          <a:p>
            <a:pPr lvl="1"/>
            <a:r>
              <a:rPr lang="ko-KR" altLang="en-US" sz="1200" b="0" i="0" u="none" strike="noStrike" cap="none" err="1" smtClean="0">
                <a:solidFill>
                  <a:schemeClr val="dk1"/>
                </a:solidFill>
                <a:effectLst/>
                <a:latin typeface="Malgun Gothic"/>
                <a:ea typeface="Malgun Gothic"/>
                <a:cs typeface="Malgun Gothic"/>
                <a:sym typeface="Malgun Gothic"/>
              </a:rPr>
              <a:t>딥러닝의</a:t>
            </a:r>
            <a:r>
              <a:rPr lang="ko-KR" altLang="en-US" sz="1200" b="0" i="0" u="none" strike="noStrike" cap="none" smtClean="0">
                <a:solidFill>
                  <a:schemeClr val="dk1"/>
                </a:solidFill>
                <a:effectLst/>
                <a:latin typeface="Malgun Gothic"/>
                <a:ea typeface="Malgun Gothic"/>
                <a:cs typeface="Malgun Gothic"/>
                <a:sym typeface="Malgun Gothic"/>
              </a:rPr>
              <a:t> 정의</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역사</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주요 개념</a:t>
            </a:r>
          </a:p>
          <a:p>
            <a:pPr lvl="1"/>
            <a:r>
              <a:rPr lang="ko-KR" altLang="en-US" sz="1200" b="0" i="0" u="none" strike="noStrike" cap="none" err="1" smtClean="0">
                <a:solidFill>
                  <a:schemeClr val="dk1"/>
                </a:solidFill>
                <a:effectLst/>
                <a:latin typeface="Malgun Gothic"/>
                <a:ea typeface="Malgun Gothic"/>
                <a:cs typeface="Malgun Gothic"/>
                <a:sym typeface="Malgun Gothic"/>
              </a:rPr>
              <a:t>딥러닝</a:t>
            </a:r>
            <a:r>
              <a:rPr lang="ko-KR" altLang="en-US" sz="1200" b="0" i="0" u="none" strike="noStrike" cap="none" smtClean="0">
                <a:solidFill>
                  <a:schemeClr val="dk1"/>
                </a:solidFill>
                <a:effectLst/>
                <a:latin typeface="Malgun Gothic"/>
                <a:ea typeface="Malgun Gothic"/>
                <a:cs typeface="Malgun Gothic"/>
                <a:sym typeface="Malgun Gothic"/>
              </a:rPr>
              <a:t> 모델 학습 과정 </a:t>
            </a:r>
            <a:r>
              <a:rPr lang="en-US" altLang="ko-KR" sz="1200" b="0" i="0" u="none" strike="noStrike" cap="none" smtClean="0">
                <a:solidFill>
                  <a:schemeClr val="dk1"/>
                </a:solidFill>
                <a:effectLst/>
                <a:latin typeface="Malgun Gothic"/>
                <a:ea typeface="Malgun Gothic"/>
                <a:cs typeface="Malgun Gothic"/>
                <a:sym typeface="Malgun Gothic"/>
              </a:rPr>
              <a:t>(</a:t>
            </a:r>
            <a:r>
              <a:rPr lang="ko-KR" altLang="en-US" sz="1200" b="0" i="0" u="none" strike="noStrike" cap="none" err="1" smtClean="0">
                <a:solidFill>
                  <a:schemeClr val="dk1"/>
                </a:solidFill>
                <a:effectLst/>
                <a:latin typeface="Malgun Gothic"/>
                <a:ea typeface="Malgun Gothic"/>
                <a:cs typeface="Malgun Gothic"/>
                <a:sym typeface="Malgun Gothic"/>
              </a:rPr>
              <a:t>오버피팅</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err="1" smtClean="0">
                <a:solidFill>
                  <a:schemeClr val="dk1"/>
                </a:solidFill>
                <a:effectLst/>
                <a:latin typeface="Malgun Gothic"/>
                <a:ea typeface="Malgun Gothic"/>
                <a:cs typeface="Malgun Gothic"/>
                <a:sym typeface="Malgun Gothic"/>
              </a:rPr>
              <a:t>언더피팅</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정규화</a:t>
            </a:r>
            <a:r>
              <a:rPr lang="en-US" altLang="ko-KR" sz="1200" b="0" i="0" u="none" strike="noStrike" cap="none" smtClean="0">
                <a:solidFill>
                  <a:schemeClr val="dk1"/>
                </a:solidFill>
                <a:effectLst/>
                <a:latin typeface="Malgun Gothic"/>
                <a:ea typeface="Malgun Gothic"/>
                <a:cs typeface="Malgun Gothic"/>
                <a:sym typeface="Malgun Gothic"/>
              </a:rPr>
              <a:t>)</a:t>
            </a:r>
          </a:p>
          <a:p>
            <a:pPr lvl="1"/>
            <a:r>
              <a:rPr lang="ko-KR" altLang="en-US" sz="1200" b="0" i="0" u="none" strike="noStrike" cap="none" err="1" smtClean="0">
                <a:solidFill>
                  <a:schemeClr val="dk1"/>
                </a:solidFill>
                <a:effectLst/>
                <a:latin typeface="Malgun Gothic"/>
                <a:ea typeface="Malgun Gothic"/>
                <a:cs typeface="Malgun Gothic"/>
                <a:sym typeface="Malgun Gothic"/>
              </a:rPr>
              <a:t>딥러닝</a:t>
            </a:r>
            <a:r>
              <a:rPr lang="ko-KR" altLang="en-US" sz="1200" b="0" i="0" u="none" strike="noStrike" cap="none" smtClean="0">
                <a:solidFill>
                  <a:schemeClr val="dk1"/>
                </a:solidFill>
                <a:effectLst/>
                <a:latin typeface="Malgun Gothic"/>
                <a:ea typeface="Malgun Gothic"/>
                <a:cs typeface="Malgun Gothic"/>
                <a:sym typeface="Malgun Gothic"/>
              </a:rPr>
              <a:t> 모델 평가 방법</a:t>
            </a:r>
          </a:p>
          <a:p>
            <a:r>
              <a:rPr lang="ko-KR" altLang="en-US" sz="1200" b="1" i="0" u="none" strike="noStrike" cap="none" err="1" smtClean="0">
                <a:solidFill>
                  <a:schemeClr val="dk1"/>
                </a:solidFill>
                <a:effectLst/>
                <a:latin typeface="Malgun Gothic"/>
                <a:ea typeface="Malgun Gothic"/>
                <a:cs typeface="Malgun Gothic"/>
                <a:sym typeface="Malgun Gothic"/>
              </a:rPr>
              <a:t>딥러닝</a:t>
            </a:r>
            <a:r>
              <a:rPr lang="ko-KR" altLang="en-US" sz="1200" b="1" i="0" u="none" strike="noStrike" cap="none" smtClean="0">
                <a:solidFill>
                  <a:schemeClr val="dk1"/>
                </a:solidFill>
                <a:effectLst/>
                <a:latin typeface="Malgun Gothic"/>
                <a:ea typeface="Malgun Gothic"/>
                <a:cs typeface="Malgun Gothic"/>
                <a:sym typeface="Malgun Gothic"/>
              </a:rPr>
              <a:t> 적용 분야</a:t>
            </a:r>
            <a:endParaRPr lang="ko-KR" altLang="en-US" sz="1200" b="0" i="0" u="none" strike="noStrike" cap="none" smtClean="0">
              <a:solidFill>
                <a:schemeClr val="dk1"/>
              </a:solidFill>
              <a:effectLst/>
              <a:latin typeface="Malgun Gothic"/>
              <a:ea typeface="Malgun Gothic"/>
              <a:cs typeface="Malgun Gothic"/>
              <a:sym typeface="Malgun Gothic"/>
            </a:endParaRPr>
          </a:p>
          <a:p>
            <a:pPr lvl="1"/>
            <a:r>
              <a:rPr lang="ko-KR" altLang="en-US" sz="1200" b="0" i="0" u="none" strike="noStrike" cap="none" smtClean="0">
                <a:solidFill>
                  <a:schemeClr val="dk1"/>
                </a:solidFill>
                <a:effectLst/>
                <a:latin typeface="Malgun Gothic"/>
                <a:ea typeface="Malgun Gothic"/>
                <a:cs typeface="Malgun Gothic"/>
                <a:sym typeface="Malgun Gothic"/>
              </a:rPr>
              <a:t>이미지 인식</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자연어 처리</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음성 인식</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기계 번역</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의료 영상 분석</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게임 개발 등</a:t>
            </a:r>
          </a:p>
          <a:p>
            <a:r>
              <a:rPr lang="en-US" altLang="ko-KR" sz="1200" b="1" i="0" u="none" strike="noStrike" cap="none" smtClean="0">
                <a:solidFill>
                  <a:schemeClr val="dk1"/>
                </a:solidFill>
                <a:effectLst/>
                <a:latin typeface="Malgun Gothic"/>
                <a:ea typeface="Malgun Gothic"/>
                <a:cs typeface="Malgun Gothic"/>
                <a:sym typeface="Malgun Gothic"/>
              </a:rPr>
              <a:t>3. </a:t>
            </a:r>
            <a:r>
              <a:rPr lang="ko-KR" altLang="en-US" sz="1200" b="1" i="0" u="none" strike="noStrike" cap="none" smtClean="0">
                <a:solidFill>
                  <a:schemeClr val="dk1"/>
                </a:solidFill>
                <a:effectLst/>
                <a:latin typeface="Malgun Gothic"/>
                <a:ea typeface="Malgun Gothic"/>
                <a:cs typeface="Malgun Gothic"/>
                <a:sym typeface="Malgun Gothic"/>
              </a:rPr>
              <a:t>오픈</a:t>
            </a:r>
            <a:r>
              <a:rPr lang="en-US" altLang="ko-KR" sz="1200" b="1" i="0" u="none" strike="noStrike" cap="none" smtClean="0">
                <a:solidFill>
                  <a:schemeClr val="dk1"/>
                </a:solidFill>
                <a:effectLst/>
                <a:latin typeface="Malgun Gothic"/>
                <a:ea typeface="Malgun Gothic"/>
                <a:cs typeface="Malgun Gothic"/>
                <a:sym typeface="Malgun Gothic"/>
              </a:rPr>
              <a:t>AI</a:t>
            </a:r>
            <a:endParaRPr lang="ko-KR" altLang="en-US" sz="1200" b="0" i="0" u="none" strike="noStrike" cap="none" smtClean="0">
              <a:solidFill>
                <a:schemeClr val="dk1"/>
              </a:solidFill>
              <a:effectLst/>
              <a:latin typeface="Malgun Gothic"/>
              <a:ea typeface="Malgun Gothic"/>
              <a:cs typeface="Malgun Gothic"/>
              <a:sym typeface="Malgun Gothic"/>
            </a:endParaRPr>
          </a:p>
          <a:p>
            <a:r>
              <a:rPr lang="ko-KR" altLang="en-US" sz="1200" b="1" i="0" u="none" strike="noStrike" cap="none" smtClean="0">
                <a:solidFill>
                  <a:schemeClr val="dk1"/>
                </a:solidFill>
                <a:effectLst/>
                <a:latin typeface="Malgun Gothic"/>
                <a:ea typeface="Malgun Gothic"/>
                <a:cs typeface="Malgun Gothic"/>
                <a:sym typeface="Malgun Gothic"/>
              </a:rPr>
              <a:t>오픈</a:t>
            </a:r>
            <a:r>
              <a:rPr lang="en-US" altLang="ko-KR" sz="1200" b="1" i="0" u="none" strike="noStrike" cap="none" smtClean="0">
                <a:solidFill>
                  <a:schemeClr val="dk1"/>
                </a:solidFill>
                <a:effectLst/>
                <a:latin typeface="Malgun Gothic"/>
                <a:ea typeface="Malgun Gothic"/>
                <a:cs typeface="Malgun Gothic"/>
                <a:sym typeface="Malgun Gothic"/>
              </a:rPr>
              <a:t>AI </a:t>
            </a:r>
            <a:r>
              <a:rPr lang="ko-KR" altLang="en-US" sz="1200" b="1" i="0" u="none" strike="noStrike" cap="none" smtClean="0">
                <a:solidFill>
                  <a:schemeClr val="dk1"/>
                </a:solidFill>
                <a:effectLst/>
                <a:latin typeface="Malgun Gothic"/>
                <a:ea typeface="Malgun Gothic"/>
                <a:cs typeface="Malgun Gothic"/>
                <a:sym typeface="Malgun Gothic"/>
              </a:rPr>
              <a:t>소개</a:t>
            </a:r>
            <a:endParaRPr lang="ko-KR" altLang="en-US" sz="1200" b="0" i="0" u="none" strike="noStrike" cap="none" smtClean="0">
              <a:solidFill>
                <a:schemeClr val="dk1"/>
              </a:solidFill>
              <a:effectLst/>
              <a:latin typeface="Malgun Gothic"/>
              <a:ea typeface="Malgun Gothic"/>
              <a:cs typeface="Malgun Gothic"/>
              <a:sym typeface="Malgun Gothic"/>
            </a:endParaRPr>
          </a:p>
          <a:p>
            <a:pPr lvl="1"/>
            <a:r>
              <a:rPr lang="ko-KR" altLang="en-US" sz="1200" b="0" i="0" u="none" strike="noStrike" cap="none" smtClean="0">
                <a:solidFill>
                  <a:schemeClr val="dk1"/>
                </a:solidFill>
                <a:effectLst/>
                <a:latin typeface="Malgun Gothic"/>
                <a:ea typeface="Malgun Gothic"/>
                <a:cs typeface="Malgun Gothic"/>
                <a:sym typeface="Malgun Gothic"/>
              </a:rPr>
              <a:t>설립 배경</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목표</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주요 활동</a:t>
            </a:r>
          </a:p>
          <a:p>
            <a:pPr lvl="1"/>
            <a:r>
              <a:rPr lang="ko-KR" altLang="en-US" sz="1200" b="0" i="0" u="none" strike="noStrike" cap="none" smtClean="0">
                <a:solidFill>
                  <a:schemeClr val="dk1"/>
                </a:solidFill>
                <a:effectLst/>
                <a:latin typeface="Malgun Gothic"/>
                <a:ea typeface="Malgun Gothic"/>
                <a:cs typeface="Malgun Gothic"/>
                <a:sym typeface="Malgun Gothic"/>
              </a:rPr>
              <a:t>오픈</a:t>
            </a:r>
            <a:r>
              <a:rPr lang="en-US" altLang="ko-KR" sz="1200" b="0" i="0" u="none" strike="noStrike" cap="none" smtClean="0">
                <a:solidFill>
                  <a:schemeClr val="dk1"/>
                </a:solidFill>
                <a:effectLst/>
                <a:latin typeface="Malgun Gothic"/>
                <a:ea typeface="Malgun Gothic"/>
                <a:cs typeface="Malgun Gothic"/>
                <a:sym typeface="Malgun Gothic"/>
              </a:rPr>
              <a:t>AI </a:t>
            </a:r>
            <a:r>
              <a:rPr lang="ko-KR" altLang="en-US" sz="1200" b="0" i="0" u="none" strike="noStrike" cap="none" smtClean="0">
                <a:solidFill>
                  <a:schemeClr val="dk1"/>
                </a:solidFill>
                <a:effectLst/>
                <a:latin typeface="Malgun Gothic"/>
                <a:ea typeface="Malgun Gothic"/>
                <a:cs typeface="Malgun Gothic"/>
                <a:sym typeface="Malgun Gothic"/>
              </a:rPr>
              <a:t>팀 구성원 및 핵심 인물</a:t>
            </a:r>
          </a:p>
          <a:p>
            <a:pPr lvl="1"/>
            <a:r>
              <a:rPr lang="ko-KR" altLang="en-US" sz="1200" b="0" i="0" u="none" strike="noStrike" cap="none" smtClean="0">
                <a:solidFill>
                  <a:schemeClr val="dk1"/>
                </a:solidFill>
                <a:effectLst/>
                <a:latin typeface="Malgun Gothic"/>
                <a:ea typeface="Malgun Gothic"/>
                <a:cs typeface="Malgun Gothic"/>
                <a:sym typeface="Malgun Gothic"/>
              </a:rPr>
              <a:t>오픈</a:t>
            </a:r>
            <a:r>
              <a:rPr lang="en-US" altLang="ko-KR" sz="1200" b="0" i="0" u="none" strike="noStrike" cap="none" smtClean="0">
                <a:solidFill>
                  <a:schemeClr val="dk1"/>
                </a:solidFill>
                <a:effectLst/>
                <a:latin typeface="Malgun Gothic"/>
                <a:ea typeface="Malgun Gothic"/>
                <a:cs typeface="Malgun Gothic"/>
                <a:sym typeface="Malgun Gothic"/>
              </a:rPr>
              <a:t>AI </a:t>
            </a:r>
            <a:r>
              <a:rPr lang="ko-KR" altLang="en-US" sz="1200" b="0" i="0" u="none" strike="noStrike" cap="none" smtClean="0">
                <a:solidFill>
                  <a:schemeClr val="dk1"/>
                </a:solidFill>
                <a:effectLst/>
                <a:latin typeface="Malgun Gothic"/>
                <a:ea typeface="Malgun Gothic"/>
                <a:cs typeface="Malgun Gothic"/>
                <a:sym typeface="Malgun Gothic"/>
              </a:rPr>
              <a:t>연구 분야 및 주요 성과</a:t>
            </a:r>
          </a:p>
          <a:p>
            <a:r>
              <a:rPr lang="ko-KR" altLang="en-US" sz="1200" b="1" i="0" u="none" strike="noStrike" cap="none" smtClean="0">
                <a:solidFill>
                  <a:schemeClr val="dk1"/>
                </a:solidFill>
                <a:effectLst/>
                <a:latin typeface="Malgun Gothic"/>
                <a:ea typeface="Malgun Gothic"/>
                <a:cs typeface="Malgun Gothic"/>
                <a:sym typeface="Malgun Gothic"/>
              </a:rPr>
              <a:t>오픈</a:t>
            </a:r>
            <a:r>
              <a:rPr lang="en-US" altLang="ko-KR" sz="1200" b="1" i="0" u="none" strike="noStrike" cap="none" smtClean="0">
                <a:solidFill>
                  <a:schemeClr val="dk1"/>
                </a:solidFill>
                <a:effectLst/>
                <a:latin typeface="Malgun Gothic"/>
                <a:ea typeface="Malgun Gothic"/>
                <a:cs typeface="Malgun Gothic"/>
                <a:sym typeface="Malgun Gothic"/>
              </a:rPr>
              <a:t>AI</a:t>
            </a:r>
            <a:r>
              <a:rPr lang="ko-KR" altLang="en-US" sz="1200" b="1" i="0" u="none" strike="noStrike" cap="none" smtClean="0">
                <a:solidFill>
                  <a:schemeClr val="dk1"/>
                </a:solidFill>
                <a:effectLst/>
                <a:latin typeface="Malgun Gothic"/>
                <a:ea typeface="Malgun Gothic"/>
                <a:cs typeface="Malgun Gothic"/>
                <a:sym typeface="Malgun Gothic"/>
              </a:rPr>
              <a:t>의 주요 프로젝트</a:t>
            </a:r>
            <a:endParaRPr lang="ko-KR" altLang="en-US" sz="1200" b="0" i="0" u="none" strike="noStrike" cap="none" smtClean="0">
              <a:solidFill>
                <a:schemeClr val="dk1"/>
              </a:solidFill>
              <a:effectLst/>
              <a:latin typeface="Malgun Gothic"/>
              <a:ea typeface="Malgun Gothic"/>
              <a:cs typeface="Malgun Gothic"/>
              <a:sym typeface="Malgun Gothic"/>
            </a:endParaRPr>
          </a:p>
          <a:p>
            <a:pPr lvl="1"/>
            <a:r>
              <a:rPr lang="en-US" altLang="ko-KR" sz="1200" b="0" i="0" u="none" strike="noStrike" cap="none" smtClean="0">
                <a:solidFill>
                  <a:schemeClr val="dk1"/>
                </a:solidFill>
                <a:effectLst/>
                <a:latin typeface="Malgun Gothic"/>
                <a:ea typeface="Malgun Gothic"/>
                <a:cs typeface="Malgun Gothic"/>
                <a:sym typeface="Malgun Gothic"/>
              </a:rPr>
              <a:t>GPT-3, DALL-E 2, </a:t>
            </a:r>
            <a:r>
              <a:rPr lang="en-US" altLang="ko-KR" sz="1200" b="0" i="0" u="none" strike="noStrike" cap="none" err="1" smtClean="0">
                <a:solidFill>
                  <a:schemeClr val="dk1"/>
                </a:solidFill>
                <a:effectLst/>
                <a:latin typeface="Malgun Gothic"/>
                <a:ea typeface="Malgun Gothic"/>
                <a:cs typeface="Malgun Gothic"/>
                <a:sym typeface="Malgun Gothic"/>
              </a:rPr>
              <a:t>ChatGPT</a:t>
            </a:r>
            <a:r>
              <a:rPr lang="en-US" altLang="ko-KR" sz="1200" b="0" i="0" u="none" strike="noStrike" cap="none" smtClean="0">
                <a:solidFill>
                  <a:schemeClr val="dk1"/>
                </a:solidFill>
                <a:effectLst/>
                <a:latin typeface="Malgun Gothic"/>
                <a:ea typeface="Malgun Gothic"/>
                <a:cs typeface="Malgun Gothic"/>
                <a:sym typeface="Malgun Gothic"/>
              </a:rPr>
              <a:t>, Codex </a:t>
            </a:r>
            <a:r>
              <a:rPr lang="ko-KR" altLang="en-US" sz="1200" b="0" i="0" u="none" strike="noStrike" cap="none" smtClean="0">
                <a:solidFill>
                  <a:schemeClr val="dk1"/>
                </a:solidFill>
                <a:effectLst/>
                <a:latin typeface="Malgun Gothic"/>
                <a:ea typeface="Malgun Gothic"/>
                <a:cs typeface="Malgun Gothic"/>
                <a:sym typeface="Malgun Gothic"/>
              </a:rPr>
              <a:t>등</a:t>
            </a:r>
          </a:p>
          <a:p>
            <a:pPr lvl="1"/>
            <a:r>
              <a:rPr lang="ko-KR" altLang="en-US" sz="1200" b="0" i="0" u="none" strike="noStrike" cap="none" smtClean="0">
                <a:solidFill>
                  <a:schemeClr val="dk1"/>
                </a:solidFill>
                <a:effectLst/>
                <a:latin typeface="Malgun Gothic"/>
                <a:ea typeface="Malgun Gothic"/>
                <a:cs typeface="Malgun Gothic"/>
                <a:sym typeface="Malgun Gothic"/>
              </a:rPr>
              <a:t>각 프로젝트의 기술적 특징 및 주요 성과</a:t>
            </a:r>
          </a:p>
          <a:p>
            <a:pPr lvl="1"/>
            <a:r>
              <a:rPr lang="ko-KR" altLang="en-US" sz="1200" b="0" i="0" u="none" strike="noStrike" cap="none" smtClean="0">
                <a:solidFill>
                  <a:schemeClr val="dk1"/>
                </a:solidFill>
                <a:effectLst/>
                <a:latin typeface="Malgun Gothic"/>
                <a:ea typeface="Malgun Gothic"/>
                <a:cs typeface="Malgun Gothic"/>
                <a:sym typeface="Malgun Gothic"/>
              </a:rPr>
              <a:t>오픈</a:t>
            </a:r>
            <a:r>
              <a:rPr lang="en-US" altLang="ko-KR" sz="1200" b="0" i="0" u="none" strike="noStrike" cap="none" smtClean="0">
                <a:solidFill>
                  <a:schemeClr val="dk1"/>
                </a:solidFill>
                <a:effectLst/>
                <a:latin typeface="Malgun Gothic"/>
                <a:ea typeface="Malgun Gothic"/>
                <a:cs typeface="Malgun Gothic"/>
                <a:sym typeface="Malgun Gothic"/>
              </a:rPr>
              <a:t>AI API </a:t>
            </a:r>
            <a:r>
              <a:rPr lang="ko-KR" altLang="en-US" sz="1200" b="0" i="0" u="none" strike="noStrike" cap="none" smtClean="0">
                <a:solidFill>
                  <a:schemeClr val="dk1"/>
                </a:solidFill>
                <a:effectLst/>
                <a:latin typeface="Malgun Gothic"/>
                <a:ea typeface="Malgun Gothic"/>
                <a:cs typeface="Malgun Gothic"/>
                <a:sym typeface="Malgun Gothic"/>
              </a:rPr>
              <a:t>및 플랫폼</a:t>
            </a:r>
          </a:p>
          <a:p>
            <a:r>
              <a:rPr lang="ko-KR" altLang="en-US" sz="1200" b="1" i="0" u="none" strike="noStrike" cap="none" smtClean="0">
                <a:solidFill>
                  <a:schemeClr val="dk1"/>
                </a:solidFill>
                <a:effectLst/>
                <a:latin typeface="Malgun Gothic"/>
                <a:ea typeface="Malgun Gothic"/>
                <a:cs typeface="Malgun Gothic"/>
                <a:sym typeface="Malgun Gothic"/>
              </a:rPr>
              <a:t>오픈</a:t>
            </a:r>
            <a:r>
              <a:rPr lang="en-US" altLang="ko-KR" sz="1200" b="1" i="0" u="none" strike="noStrike" cap="none" smtClean="0">
                <a:solidFill>
                  <a:schemeClr val="dk1"/>
                </a:solidFill>
                <a:effectLst/>
                <a:latin typeface="Malgun Gothic"/>
                <a:ea typeface="Malgun Gothic"/>
                <a:cs typeface="Malgun Gothic"/>
                <a:sym typeface="Malgun Gothic"/>
              </a:rPr>
              <a:t>AI</a:t>
            </a:r>
            <a:r>
              <a:rPr lang="ko-KR" altLang="en-US" sz="1200" b="1" i="0" u="none" strike="noStrike" cap="none" smtClean="0">
                <a:solidFill>
                  <a:schemeClr val="dk1"/>
                </a:solidFill>
                <a:effectLst/>
                <a:latin typeface="Malgun Gothic"/>
                <a:ea typeface="Malgun Gothic"/>
                <a:cs typeface="Malgun Gothic"/>
                <a:sym typeface="Malgun Gothic"/>
              </a:rPr>
              <a:t>의 미래 계획</a:t>
            </a:r>
            <a:endParaRPr lang="ko-KR" altLang="en-US" sz="1200" b="0" i="0" u="none" strike="noStrike" cap="none" smtClean="0">
              <a:solidFill>
                <a:schemeClr val="dk1"/>
              </a:solidFill>
              <a:effectLst/>
              <a:latin typeface="Malgun Gothic"/>
              <a:ea typeface="Malgun Gothic"/>
              <a:cs typeface="Malgun Gothic"/>
              <a:sym typeface="Malgun Gothic"/>
            </a:endParaRPr>
          </a:p>
          <a:p>
            <a:pPr lvl="1"/>
            <a:r>
              <a:rPr lang="ko-KR" altLang="en-US" sz="1200" b="0" i="0" u="none" strike="noStrike" cap="none" smtClean="0">
                <a:solidFill>
                  <a:schemeClr val="dk1"/>
                </a:solidFill>
                <a:effectLst/>
                <a:latin typeface="Malgun Gothic"/>
                <a:ea typeface="Malgun Gothic"/>
                <a:cs typeface="Malgun Gothic"/>
                <a:sym typeface="Malgun Gothic"/>
              </a:rPr>
              <a:t>인공지능 안전 및 윤리 문제</a:t>
            </a:r>
          </a:p>
          <a:p>
            <a:pPr lvl="1"/>
            <a:r>
              <a:rPr lang="ko-KR" altLang="en-US" sz="1200" b="0" i="0" u="none" strike="noStrike" cap="none" smtClean="0">
                <a:solidFill>
                  <a:schemeClr val="dk1"/>
                </a:solidFill>
                <a:effectLst/>
                <a:latin typeface="Malgun Gothic"/>
                <a:ea typeface="Malgun Gothic"/>
                <a:cs typeface="Malgun Gothic"/>
                <a:sym typeface="Malgun Gothic"/>
              </a:rPr>
              <a:t>친화적인 인공지능 개발 방향</a:t>
            </a:r>
          </a:p>
          <a:p>
            <a:pPr lvl="1"/>
            <a:r>
              <a:rPr lang="ko-KR" altLang="en-US" sz="1200" b="0" i="0" u="none" strike="noStrike" cap="none" smtClean="0">
                <a:solidFill>
                  <a:schemeClr val="dk1"/>
                </a:solidFill>
                <a:effectLst/>
                <a:latin typeface="Malgun Gothic"/>
                <a:ea typeface="Malgun Gothic"/>
                <a:cs typeface="Malgun Gothic"/>
                <a:sym typeface="Malgun Gothic"/>
              </a:rPr>
              <a:t>오픈</a:t>
            </a:r>
            <a:r>
              <a:rPr lang="en-US" altLang="ko-KR" sz="1200" b="0" i="0" u="none" strike="noStrike" cap="none" smtClean="0">
                <a:solidFill>
                  <a:schemeClr val="dk1"/>
                </a:solidFill>
                <a:effectLst/>
                <a:latin typeface="Malgun Gothic"/>
                <a:ea typeface="Malgun Gothic"/>
                <a:cs typeface="Malgun Gothic"/>
                <a:sym typeface="Malgun Gothic"/>
              </a:rPr>
              <a:t>AI</a:t>
            </a:r>
            <a:r>
              <a:rPr lang="ko-KR" altLang="en-US" sz="1200" b="0" i="0" u="none" strike="noStrike" cap="none" smtClean="0">
                <a:solidFill>
                  <a:schemeClr val="dk1"/>
                </a:solidFill>
                <a:effectLst/>
                <a:latin typeface="Malgun Gothic"/>
                <a:ea typeface="Malgun Gothic"/>
                <a:cs typeface="Malgun Gothic"/>
                <a:sym typeface="Malgun Gothic"/>
              </a:rPr>
              <a:t>의 장기적인 비전</a:t>
            </a:r>
          </a:p>
          <a:p>
            <a:r>
              <a:rPr lang="en-US" altLang="ko-KR" sz="1200" b="1" i="0" u="none" strike="noStrike" cap="none" smtClean="0">
                <a:solidFill>
                  <a:schemeClr val="dk1"/>
                </a:solidFill>
                <a:effectLst/>
                <a:latin typeface="Malgun Gothic"/>
                <a:ea typeface="Malgun Gothic"/>
                <a:cs typeface="Malgun Gothic"/>
                <a:sym typeface="Malgun Gothic"/>
              </a:rPr>
              <a:t>4. </a:t>
            </a:r>
            <a:r>
              <a:rPr lang="ko-KR" altLang="en-US" sz="1200" b="1" i="0" u="none" strike="noStrike" cap="none" smtClean="0">
                <a:solidFill>
                  <a:schemeClr val="dk1"/>
                </a:solidFill>
                <a:effectLst/>
                <a:latin typeface="Malgun Gothic"/>
                <a:ea typeface="Malgun Gothic"/>
                <a:cs typeface="Malgun Gothic"/>
                <a:sym typeface="Malgun Gothic"/>
              </a:rPr>
              <a:t>추가 정보 및 참고자료</a:t>
            </a:r>
            <a:endParaRPr lang="ko-KR" altLang="en-US" sz="1200" b="0" i="0" u="none" strike="noStrike" cap="none" smtClean="0">
              <a:solidFill>
                <a:schemeClr val="dk1"/>
              </a:solidFill>
              <a:effectLst/>
              <a:latin typeface="Malgun Gothic"/>
              <a:ea typeface="Malgun Gothic"/>
              <a:cs typeface="Malgun Gothic"/>
              <a:sym typeface="Malgun Gothic"/>
            </a:endParaRPr>
          </a:p>
          <a:p>
            <a:r>
              <a:rPr lang="ko-KR" altLang="en-US" sz="1200" b="1" i="0" u="none" strike="noStrike" cap="none" smtClean="0">
                <a:solidFill>
                  <a:schemeClr val="dk1"/>
                </a:solidFill>
                <a:effectLst/>
                <a:latin typeface="Malgun Gothic"/>
                <a:ea typeface="Malgun Gothic"/>
                <a:cs typeface="Malgun Gothic"/>
                <a:sym typeface="Malgun Gothic"/>
              </a:rPr>
              <a:t>추천 도서 및 온라인 강좌</a:t>
            </a:r>
            <a:endParaRPr lang="ko-KR" altLang="en-US" sz="1200" b="0" i="0" u="none" strike="noStrike" cap="none" smtClean="0">
              <a:solidFill>
                <a:schemeClr val="dk1"/>
              </a:solidFill>
              <a:effectLst/>
              <a:latin typeface="Malgun Gothic"/>
              <a:ea typeface="Malgun Gothic"/>
              <a:cs typeface="Malgun Gothic"/>
              <a:sym typeface="Malgun Gothic"/>
            </a:endParaRPr>
          </a:p>
          <a:p>
            <a:r>
              <a:rPr lang="ko-KR" altLang="en-US" sz="1200" b="1" i="0" u="none" strike="noStrike" cap="none" err="1" smtClean="0">
                <a:solidFill>
                  <a:schemeClr val="dk1"/>
                </a:solidFill>
                <a:effectLst/>
                <a:latin typeface="Malgun Gothic"/>
                <a:ea typeface="Malgun Gothic"/>
                <a:cs typeface="Malgun Gothic"/>
                <a:sym typeface="Malgun Gothic"/>
              </a:rPr>
              <a:t>머신러닝</a:t>
            </a:r>
            <a:r>
              <a:rPr lang="ko-KR" altLang="en-US" sz="1200" b="1" i="0" u="none" strike="noStrike" cap="none" smtClean="0">
                <a:solidFill>
                  <a:schemeClr val="dk1"/>
                </a:solidFill>
                <a:effectLst/>
                <a:latin typeface="Malgun Gothic"/>
                <a:ea typeface="Malgun Gothic"/>
                <a:cs typeface="Malgun Gothic"/>
                <a:sym typeface="Malgun Gothic"/>
              </a:rPr>
              <a:t> 및 인공지능 커뮤니티</a:t>
            </a:r>
            <a:endParaRPr lang="ko-KR" altLang="en-US" sz="1200" b="0" i="0" u="none" strike="noStrike" cap="none" smtClean="0">
              <a:solidFill>
                <a:schemeClr val="dk1"/>
              </a:solidFill>
              <a:effectLst/>
              <a:latin typeface="Malgun Gothic"/>
              <a:ea typeface="Malgun Gothic"/>
              <a:cs typeface="Malgun Gothic"/>
              <a:sym typeface="Malgun Gothic"/>
            </a:endParaRPr>
          </a:p>
          <a:p>
            <a:r>
              <a:rPr lang="ko-KR" altLang="en-US" sz="1200" b="1" i="0" u="none" strike="noStrike" cap="none" smtClean="0">
                <a:solidFill>
                  <a:schemeClr val="dk1"/>
                </a:solidFill>
                <a:effectLst/>
                <a:latin typeface="Malgun Gothic"/>
                <a:ea typeface="Malgun Gothic"/>
                <a:cs typeface="Malgun Gothic"/>
                <a:sym typeface="Malgun Gothic"/>
              </a:rPr>
              <a:t>인공지능 관련 뉴스 및 최신 동향</a:t>
            </a:r>
            <a:endParaRPr lang="ko-KR" altLang="en-US" sz="1200" b="0" i="0" u="none" strike="noStrike" cap="none" smtClean="0">
              <a:solidFill>
                <a:schemeClr val="dk1"/>
              </a:solidFill>
              <a:effectLst/>
              <a:latin typeface="Malgun Gothic"/>
              <a:ea typeface="Malgun Gothic"/>
              <a:cs typeface="Malgun Gothic"/>
              <a:sym typeface="Malgun Gothic"/>
            </a:endParaRPr>
          </a:p>
          <a:p>
            <a:r>
              <a:rPr lang="en-US" altLang="ko-KR" sz="1200" b="1" i="0" u="none" strike="noStrike" cap="none" smtClean="0">
                <a:solidFill>
                  <a:schemeClr val="dk1"/>
                </a:solidFill>
                <a:effectLst/>
                <a:latin typeface="Malgun Gothic"/>
                <a:ea typeface="Malgun Gothic"/>
                <a:cs typeface="Malgun Gothic"/>
                <a:sym typeface="Malgun Gothic"/>
              </a:rPr>
              <a:t>5. </a:t>
            </a:r>
            <a:r>
              <a:rPr lang="ko-KR" altLang="en-US" sz="1200" b="1" i="0" u="none" strike="noStrike" cap="none" smtClean="0">
                <a:solidFill>
                  <a:schemeClr val="dk1"/>
                </a:solidFill>
                <a:effectLst/>
                <a:latin typeface="Malgun Gothic"/>
                <a:ea typeface="Malgun Gothic"/>
                <a:cs typeface="Malgun Gothic"/>
                <a:sym typeface="Malgun Gothic"/>
              </a:rPr>
              <a:t>이 책을 통해 얻을 수 있는 것</a:t>
            </a:r>
            <a:endParaRPr lang="ko-KR" altLang="en-US" sz="1200" b="0" i="0" u="none" strike="noStrike" cap="none" smtClean="0">
              <a:solidFill>
                <a:schemeClr val="dk1"/>
              </a:solidFill>
              <a:effectLst/>
              <a:latin typeface="Malgun Gothic"/>
              <a:ea typeface="Malgun Gothic"/>
              <a:cs typeface="Malgun Gothic"/>
              <a:sym typeface="Malgun Gothic"/>
            </a:endParaRPr>
          </a:p>
          <a:p>
            <a:r>
              <a:rPr lang="ko-KR" altLang="en-US" sz="1200" b="0" i="0" u="none" strike="noStrike" cap="none" err="1" smtClean="0">
                <a:solidFill>
                  <a:schemeClr val="dk1"/>
                </a:solidFill>
                <a:effectLst/>
                <a:latin typeface="Malgun Gothic"/>
                <a:ea typeface="Malgun Gothic"/>
                <a:cs typeface="Malgun Gothic"/>
                <a:sym typeface="Malgun Gothic"/>
              </a:rPr>
              <a:t>머신러닝</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smtClean="0">
                <a:solidFill>
                  <a:schemeClr val="dk1"/>
                </a:solidFill>
                <a:effectLst/>
                <a:latin typeface="Malgun Gothic"/>
                <a:ea typeface="Malgun Gothic"/>
                <a:cs typeface="Malgun Gothic"/>
                <a:sym typeface="Malgun Gothic"/>
              </a:rPr>
              <a:t>인공신경망</a:t>
            </a:r>
            <a:r>
              <a:rPr lang="en-US" altLang="ko-KR" sz="1200" b="0" i="0" u="none" strike="noStrike" cap="none" smtClean="0">
                <a:solidFill>
                  <a:schemeClr val="dk1"/>
                </a:solidFill>
                <a:effectLst/>
                <a:latin typeface="Malgun Gothic"/>
                <a:ea typeface="Malgun Gothic"/>
                <a:cs typeface="Malgun Gothic"/>
                <a:sym typeface="Malgun Gothic"/>
              </a:rPr>
              <a:t>, </a:t>
            </a:r>
            <a:r>
              <a:rPr lang="ko-KR" altLang="en-US" sz="1200" b="0" i="0" u="none" strike="noStrike" cap="none" err="1" smtClean="0">
                <a:solidFill>
                  <a:schemeClr val="dk1"/>
                </a:solidFill>
                <a:effectLst/>
                <a:latin typeface="Malgun Gothic"/>
                <a:ea typeface="Malgun Gothic"/>
                <a:cs typeface="Malgun Gothic"/>
                <a:sym typeface="Malgun Gothic"/>
              </a:rPr>
              <a:t>딥러닝의</a:t>
            </a:r>
            <a:r>
              <a:rPr lang="ko-KR" altLang="en-US" sz="1200" b="0" i="0" u="none" strike="noStrike" cap="none" smtClean="0">
                <a:solidFill>
                  <a:schemeClr val="dk1"/>
                </a:solidFill>
                <a:effectLst/>
                <a:latin typeface="Malgun Gothic"/>
                <a:ea typeface="Malgun Gothic"/>
                <a:cs typeface="Malgun Gothic"/>
                <a:sym typeface="Malgun Gothic"/>
              </a:rPr>
              <a:t> 기본 원리를 이해할 수 있습니다</a:t>
            </a:r>
            <a:r>
              <a:rPr lang="en-US" altLang="ko-KR" sz="1200" b="0" i="0" u="none" strike="noStrike" cap="none" smtClean="0">
                <a:solidFill>
                  <a:schemeClr val="dk1"/>
                </a:solidFill>
                <a:effectLst/>
                <a:latin typeface="Malgun Gothic"/>
                <a:ea typeface="Malgun Gothic"/>
                <a:cs typeface="Malgun Gothic"/>
                <a:sym typeface="Malgun Gothic"/>
              </a:rPr>
              <a:t>.</a:t>
            </a:r>
          </a:p>
          <a:p>
            <a:r>
              <a:rPr lang="ko-KR" altLang="en-US" sz="1200" b="0" i="0" u="none" strike="noStrike" cap="none" smtClean="0">
                <a:solidFill>
                  <a:schemeClr val="dk1"/>
                </a:solidFill>
                <a:effectLst/>
                <a:latin typeface="Malgun Gothic"/>
                <a:ea typeface="Malgun Gothic"/>
                <a:cs typeface="Malgun Gothic"/>
                <a:sym typeface="Malgun Gothic"/>
              </a:rPr>
              <a:t>오픈</a:t>
            </a:r>
            <a:r>
              <a:rPr lang="en-US" altLang="ko-KR" sz="1200" b="0" i="0" u="none" strike="noStrike" cap="none" smtClean="0">
                <a:solidFill>
                  <a:schemeClr val="dk1"/>
                </a:solidFill>
                <a:effectLst/>
                <a:latin typeface="Malgun Gothic"/>
                <a:ea typeface="Malgun Gothic"/>
                <a:cs typeface="Malgun Gothic"/>
                <a:sym typeface="Malgun Gothic"/>
              </a:rPr>
              <a:t>AI</a:t>
            </a:r>
            <a:r>
              <a:rPr lang="ko-KR" altLang="en-US" sz="1200" b="0" i="0" u="none" strike="noStrike" cap="none" smtClean="0">
                <a:solidFill>
                  <a:schemeClr val="dk1"/>
                </a:solidFill>
                <a:effectLst/>
                <a:latin typeface="Malgun Gothic"/>
                <a:ea typeface="Malgun Gothic"/>
                <a:cs typeface="Malgun Gothic"/>
                <a:sym typeface="Malgun Gothic"/>
              </a:rPr>
              <a:t>의 주요 프로젝트 및 기술적 특징을 알아볼 수 있습니다</a:t>
            </a:r>
            <a:r>
              <a:rPr lang="en-US" altLang="ko-KR" sz="1200" b="0" i="0" u="none" strike="noStrike" cap="none" smtClean="0">
                <a:solidFill>
                  <a:schemeClr val="dk1"/>
                </a:solidFill>
                <a:effectLst/>
                <a:latin typeface="Malgun Gothic"/>
                <a:ea typeface="Malgun Gothic"/>
                <a:cs typeface="Malgun Gothic"/>
                <a:sym typeface="Malgun Gothic"/>
              </a:rPr>
              <a:t>.</a:t>
            </a:r>
          </a:p>
          <a:p>
            <a:r>
              <a:rPr lang="ko-KR" altLang="en-US" sz="1200" b="0" i="0" u="none" strike="noStrike" cap="none" smtClean="0">
                <a:solidFill>
                  <a:schemeClr val="dk1"/>
                </a:solidFill>
                <a:effectLst/>
                <a:latin typeface="Malgun Gothic"/>
                <a:ea typeface="Malgun Gothic"/>
                <a:cs typeface="Malgun Gothic"/>
                <a:sym typeface="Malgun Gothic"/>
              </a:rPr>
              <a:t>인공지능 분야의 최신 동향과 미래 전망을 파악할 수 있습니다</a:t>
            </a:r>
            <a:r>
              <a:rPr lang="en-US" altLang="ko-KR" sz="1200" b="0" i="0" u="none" strike="noStrike" cap="none" smtClean="0">
                <a:solidFill>
                  <a:schemeClr val="dk1"/>
                </a:solidFill>
                <a:effectLst/>
                <a:latin typeface="Malgun Gothic"/>
                <a:ea typeface="Malgun Gothic"/>
                <a:cs typeface="Malgun Gothic"/>
                <a:sym typeface="Malgun Gothic"/>
              </a:rPr>
              <a:t>.</a:t>
            </a:r>
          </a:p>
          <a:p>
            <a:r>
              <a:rPr lang="ko-KR" altLang="en-US" sz="1200" b="0" i="0" u="none" strike="noStrike" cap="none" err="1" smtClean="0">
                <a:solidFill>
                  <a:schemeClr val="dk1"/>
                </a:solidFill>
                <a:effectLst/>
                <a:latin typeface="Malgun Gothic"/>
                <a:ea typeface="Malgun Gothic"/>
                <a:cs typeface="Malgun Gothic"/>
                <a:sym typeface="Malgun Gothic"/>
              </a:rPr>
              <a:t>머신러닝</a:t>
            </a:r>
            <a:r>
              <a:rPr lang="ko-KR" altLang="en-US" sz="1200" b="0" i="0" u="none" strike="noStrike" cap="none" smtClean="0">
                <a:solidFill>
                  <a:schemeClr val="dk1"/>
                </a:solidFill>
                <a:effectLst/>
                <a:latin typeface="Malgun Gothic"/>
                <a:ea typeface="Malgun Gothic"/>
                <a:cs typeface="Malgun Gothic"/>
                <a:sym typeface="Malgun Gothic"/>
              </a:rPr>
              <a:t> 및 인공지능 기술을 직접 적용해 볼 수 있는 실습 예제를 경험할 수 있습니다</a:t>
            </a:r>
            <a:r>
              <a:rPr lang="en-US" altLang="ko-KR" sz="1200" b="0" i="0" u="none" strike="noStrike" cap="none" smtClean="0">
                <a:solidFill>
                  <a:schemeClr val="dk1"/>
                </a:solidFill>
                <a:effectLst/>
                <a:latin typeface="Malgun Gothic"/>
                <a:ea typeface="Malgun Gothic"/>
                <a:cs typeface="Malgun Gothic"/>
                <a:sym typeface="Malgun Gothic"/>
              </a:rPr>
              <a:t>.</a:t>
            </a:r>
          </a:p>
          <a:p>
            <a:r>
              <a:rPr lang="ko-KR" altLang="en-US" sz="1200" b="1" i="0" u="none" strike="noStrike" cap="none" smtClean="0">
                <a:solidFill>
                  <a:schemeClr val="dk1"/>
                </a:solidFill>
                <a:effectLst/>
                <a:latin typeface="Malgun Gothic"/>
                <a:ea typeface="Malgun Gothic"/>
                <a:cs typeface="Malgun Gothic"/>
                <a:sym typeface="Malgun Gothic"/>
              </a:rPr>
              <a:t>본 책은 </a:t>
            </a:r>
            <a:r>
              <a:rPr lang="ko-KR" altLang="en-US" sz="1200" b="1" i="0" u="none" strike="noStrike" cap="none" err="1" smtClean="0">
                <a:solidFill>
                  <a:schemeClr val="dk1"/>
                </a:solidFill>
                <a:effectLst/>
                <a:latin typeface="Malgun Gothic"/>
                <a:ea typeface="Malgun Gothic"/>
                <a:cs typeface="Malgun Gothic"/>
                <a:sym typeface="Malgun Gothic"/>
              </a:rPr>
              <a:t>머신러닝</a:t>
            </a:r>
            <a:r>
              <a:rPr lang="en-US" altLang="ko-KR" sz="1200" b="1" i="0" u="none" strike="noStrike" cap="none" smtClean="0">
                <a:solidFill>
                  <a:schemeClr val="dk1"/>
                </a:solidFill>
                <a:effectLst/>
                <a:latin typeface="Malgun Gothic"/>
                <a:ea typeface="Malgun Gothic"/>
                <a:cs typeface="Malgun Gothic"/>
                <a:sym typeface="Malgun Gothic"/>
              </a:rPr>
              <a:t>, </a:t>
            </a:r>
            <a:r>
              <a:rPr lang="ko-KR" altLang="en-US" sz="1200" b="1" i="0" u="none" strike="noStrike" cap="none" smtClean="0">
                <a:solidFill>
                  <a:schemeClr val="dk1"/>
                </a:solidFill>
                <a:effectLst/>
                <a:latin typeface="Malgun Gothic"/>
                <a:ea typeface="Malgun Gothic"/>
                <a:cs typeface="Malgun Gothic"/>
                <a:sym typeface="Malgun Gothic"/>
              </a:rPr>
              <a:t>인공신경망</a:t>
            </a:r>
            <a:r>
              <a:rPr lang="en-US" altLang="ko-KR" sz="1200" b="1" i="0" u="none" strike="noStrike" cap="none" smtClean="0">
                <a:solidFill>
                  <a:schemeClr val="dk1"/>
                </a:solidFill>
                <a:effectLst/>
                <a:latin typeface="Malgun Gothic"/>
                <a:ea typeface="Malgun Gothic"/>
                <a:cs typeface="Malgun Gothic"/>
                <a:sym typeface="Malgun Gothic"/>
              </a:rPr>
              <a:t>, </a:t>
            </a:r>
            <a:r>
              <a:rPr lang="ko-KR" altLang="en-US" sz="1200" b="1" i="0" u="none" strike="noStrike" cap="none" err="1" smtClean="0">
                <a:solidFill>
                  <a:schemeClr val="dk1"/>
                </a:solidFill>
                <a:effectLst/>
                <a:latin typeface="Malgun Gothic"/>
                <a:ea typeface="Malgun Gothic"/>
                <a:cs typeface="Malgun Gothic"/>
                <a:sym typeface="Malgun Gothic"/>
              </a:rPr>
              <a:t>딥러닝</a:t>
            </a:r>
            <a:r>
              <a:rPr lang="en-US" altLang="ko-KR" sz="1200" b="1" i="0" u="none" strike="noStrike" cap="none" smtClean="0">
                <a:solidFill>
                  <a:schemeClr val="dk1"/>
                </a:solidFill>
                <a:effectLst/>
                <a:latin typeface="Malgun Gothic"/>
                <a:ea typeface="Malgun Gothic"/>
                <a:cs typeface="Malgun Gothic"/>
                <a:sym typeface="Malgun Gothic"/>
              </a:rPr>
              <a:t>, </a:t>
            </a:r>
            <a:r>
              <a:rPr lang="ko-KR" altLang="en-US" sz="1200" b="1" i="0" u="none" strike="noStrike" cap="none" smtClean="0">
                <a:solidFill>
                  <a:schemeClr val="dk1"/>
                </a:solidFill>
                <a:effectLst/>
                <a:latin typeface="Malgun Gothic"/>
                <a:ea typeface="Malgun Gothic"/>
                <a:cs typeface="Malgun Gothic"/>
                <a:sym typeface="Malgun Gothic"/>
              </a:rPr>
              <a:t>그리고 오픈</a:t>
            </a:r>
            <a:r>
              <a:rPr lang="en-US" altLang="ko-KR" sz="1200" b="1" i="0" u="none" strike="noStrike" cap="none" smtClean="0">
                <a:solidFill>
                  <a:schemeClr val="dk1"/>
                </a:solidFill>
                <a:effectLst/>
                <a:latin typeface="Malgun Gothic"/>
                <a:ea typeface="Malgun Gothic"/>
                <a:cs typeface="Malgun Gothic"/>
                <a:sym typeface="Malgun Gothic"/>
              </a:rPr>
              <a:t>AI</a:t>
            </a:r>
            <a:r>
              <a:rPr lang="ko-KR" altLang="en-US" sz="1200" b="1" i="0" u="none" strike="noStrike" cap="none" smtClean="0">
                <a:solidFill>
                  <a:schemeClr val="dk1"/>
                </a:solidFill>
                <a:effectLst/>
                <a:latin typeface="Malgun Gothic"/>
                <a:ea typeface="Malgun Gothic"/>
                <a:cs typeface="Malgun Gothic"/>
                <a:sym typeface="Malgun Gothic"/>
              </a:rPr>
              <a:t>에 대한 완벽한 가이드를 제공합니다</a:t>
            </a:r>
            <a:r>
              <a:rPr lang="en-US" altLang="ko-KR" sz="1200" b="1" i="0" u="none" strike="noStrike" cap="none" smtClean="0">
                <a:solidFill>
                  <a:schemeClr val="dk1"/>
                </a:solidFill>
                <a:effectLst/>
                <a:latin typeface="Malgun Gothic"/>
                <a:ea typeface="Malgun Gothic"/>
                <a:cs typeface="Malgun Gothic"/>
                <a:sym typeface="Malgun Gothic"/>
              </a:rPr>
              <a:t>. </a:t>
            </a:r>
            <a:r>
              <a:rPr lang="ko-KR" altLang="en-US" sz="1200" b="1" i="0" u="none" strike="noStrike" cap="none" smtClean="0">
                <a:solidFill>
                  <a:schemeClr val="dk1"/>
                </a:solidFill>
                <a:effectLst/>
                <a:latin typeface="Malgun Gothic"/>
                <a:ea typeface="Malgun Gothic"/>
                <a:cs typeface="Malgun Gothic"/>
                <a:sym typeface="Malgun Gothic"/>
              </a:rPr>
              <a:t>초보자부터 전문가까지</a:t>
            </a:r>
            <a:r>
              <a:rPr lang="en-US" altLang="ko-KR" sz="1200" b="1" i="0" u="none" strike="noStrike" cap="none" smtClean="0">
                <a:solidFill>
                  <a:schemeClr val="dk1"/>
                </a:solidFill>
                <a:effectLst/>
                <a:latin typeface="Malgun Gothic"/>
                <a:ea typeface="Malgun Gothic"/>
                <a:cs typeface="Malgun Gothic"/>
                <a:sym typeface="Malgun Gothic"/>
              </a:rPr>
              <a:t>, </a:t>
            </a:r>
            <a:r>
              <a:rPr lang="ko-KR" altLang="en-US" sz="1200" b="1" i="0" u="none" strike="noStrike" cap="none" smtClean="0">
                <a:solidFill>
                  <a:schemeClr val="dk1"/>
                </a:solidFill>
                <a:effectLst/>
                <a:latin typeface="Malgun Gothic"/>
                <a:ea typeface="Malgun Gothic"/>
                <a:cs typeface="Malgun Gothic"/>
                <a:sym typeface="Malgun Gothic"/>
              </a:rPr>
              <a:t>인공지능 기술에 대한 이해를 높이고자 하는 모든 분들께 도움이 되는 책이 될 것입니다</a:t>
            </a:r>
            <a:r>
              <a:rPr lang="en-US" altLang="ko-KR" sz="1200" b="1" i="0" u="none" strike="noStrike" cap="none" smtClean="0">
                <a:solidFill>
                  <a:schemeClr val="dk1"/>
                </a:solidFill>
                <a:effectLst/>
                <a:latin typeface="Malgun Gothic"/>
                <a:ea typeface="Malgun Gothic"/>
                <a:cs typeface="Malgun Gothic"/>
                <a:sym typeface="Malgun Gothic"/>
              </a:rPr>
              <a:t>.</a:t>
            </a:r>
            <a:endParaRPr lang="ko-KR" altLang="en-US" sz="1200" b="0" i="0" u="none" strike="noStrike" cap="none" smtClean="0">
              <a:solidFill>
                <a:schemeClr val="dk1"/>
              </a:solidFill>
              <a:effectLst/>
              <a:latin typeface="Malgun Gothic"/>
              <a:ea typeface="Malgun Gothic"/>
              <a:cs typeface="Malgun Gothic"/>
              <a:sym typeface="Malgun Gothic"/>
            </a:endParaRPr>
          </a:p>
          <a:p>
            <a:pPr marL="0" lvl="0" indent="0" algn="l" rtl="0">
              <a:spcBef>
                <a:spcPts val="0"/>
              </a:spcBef>
              <a:spcAft>
                <a:spcPts val="0"/>
              </a:spcAft>
              <a:buNone/>
            </a:pPr>
            <a:endParaRPr lang="ko-KR" altLang="en-US" u="sng" smtClean="0">
              <a:solidFill>
                <a:schemeClr val="hlink"/>
              </a:solidFill>
              <a:hlinkClick r:id="rId3"/>
            </a:endParaRPr>
          </a:p>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latin typeface="맑은 고딕" panose="020B0503020000020004" pitchFamily="50" charset="-127"/>
                <a:ea typeface="맑은 고딕" panose="020B0503020000020004" pitchFamily="50" charset="-127"/>
              </a:rPr>
              <a:t>1</a:t>
            </a:fld>
            <a:endParaRPr>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871580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indent="0">
              <a:buFont typeface="+mj-lt"/>
              <a:buNone/>
            </a:pPr>
            <a:r>
              <a:rPr lang="en-US" altLang="ko-KR" sz="1200" b="1" i="0" u="none" strike="noStrike" cap="none" smtClean="0">
                <a:solidFill>
                  <a:schemeClr val="dk1"/>
                </a:solidFill>
                <a:effectLst/>
                <a:latin typeface="Malgun Gothic"/>
                <a:ea typeface="Malgun Gothic"/>
                <a:cs typeface="Malgun Gothic"/>
                <a:sym typeface="Malgun Gothic"/>
              </a:rPr>
              <a:t>What is Agentic AI?</a:t>
            </a:r>
            <a:r>
              <a:rPr lang="en-US" altLang="ko-KR" sz="1200" b="0" i="0" u="none" strike="noStrike" cap="none" smtClean="0">
                <a:solidFill>
                  <a:schemeClr val="dk1"/>
                </a:solidFill>
                <a:effectLst/>
                <a:latin typeface="Malgun Gothic"/>
                <a:ea typeface="Malgun Gothic"/>
                <a:cs typeface="Malgun Gothic"/>
                <a:sym typeface="Malgun Gothic"/>
              </a:rPr>
              <a:t> Agentic AI refers to a type of artificial intelligence designed to operate with a high degree of autonomy, allowing it to make independent decisions, adapt to new situations, and pursue goals without constant human oversight. Unlike traditional AI, which typically follows predefined rules and instructions, agentic AI can interact with its environment, reason about complex tasks, and adjust its actions based on real-time data and changing conditions. This capability enables agentic AI to perform intricate tasks, solve problems creatively, and contribute to various applications where flexibility and proactive decision-making are essential.</a:t>
            </a:r>
          </a:p>
          <a:p>
            <a:pPr marL="228600" indent="0">
              <a:buFont typeface="+mj-lt"/>
              <a:buNone/>
            </a:pPr>
            <a:endParaRPr lang="en-US" sz="1200" b="0" i="0" u="none" strike="noStrike" cap="none" smtClean="0">
              <a:solidFill>
                <a:schemeClr val="dk1"/>
              </a:solidFill>
              <a:effectLst/>
              <a:latin typeface="Malgun Gothic"/>
              <a:ea typeface="Malgun Gothic"/>
              <a:sym typeface="Malgun Gothic"/>
              <a:hlinkClick r:id="rId3"/>
            </a:endParaRPr>
          </a:p>
          <a:p>
            <a:pPr marL="228600" indent="0">
              <a:buFont typeface="+mj-lt"/>
              <a:buNone/>
            </a:pPr>
            <a:r>
              <a:rPr lang="en-US" altLang="ko-KR" sz="1200" b="1" i="0" u="none" strike="noStrike" cap="none" smtClean="0">
                <a:solidFill>
                  <a:schemeClr val="dk1"/>
                </a:solidFill>
                <a:effectLst/>
                <a:latin typeface="Malgun Gothic"/>
                <a:ea typeface="Malgun Gothic"/>
                <a:cs typeface="Malgun Gothic"/>
                <a:sym typeface="Malgun Gothic"/>
              </a:rPr>
              <a:t>Core Characteristics:</a:t>
            </a:r>
            <a:r>
              <a:rPr lang="en-US" altLang="ko-KR" sz="1200" b="0" i="0" u="none" strike="noStrike" cap="none" smtClean="0">
                <a:solidFill>
                  <a:schemeClr val="dk1"/>
                </a:solidFill>
                <a:effectLst/>
                <a:latin typeface="Malgun Gothic"/>
                <a:ea typeface="Malgun Gothic"/>
                <a:cs typeface="Malgun Gothic"/>
                <a:sym typeface="Malgun Gothic"/>
              </a:rPr>
              <a:t> </a:t>
            </a:r>
            <a:r>
              <a:rPr lang="en-US" altLang="ko-KR" sz="1200" b="1" i="0" u="none" strike="noStrike" cap="none" smtClean="0">
                <a:solidFill>
                  <a:schemeClr val="dk1"/>
                </a:solidFill>
                <a:effectLst/>
                <a:latin typeface="Malgun Gothic"/>
                <a:ea typeface="Malgun Gothic"/>
                <a:cs typeface="Malgun Gothic"/>
                <a:sym typeface="Malgun Gothic"/>
              </a:rPr>
              <a:t>Autonomy</a:t>
            </a:r>
            <a:r>
              <a:rPr lang="en-US" altLang="ko-KR" sz="1200" b="0" i="0" u="none" strike="noStrike" cap="none" smtClean="0">
                <a:solidFill>
                  <a:schemeClr val="dk1"/>
                </a:solidFill>
                <a:effectLst/>
                <a:latin typeface="Malgun Gothic"/>
                <a:ea typeface="Malgun Gothic"/>
                <a:cs typeface="Malgun Gothic"/>
                <a:sym typeface="Malgun Gothic"/>
              </a:rPr>
              <a:t> Agentic AI operates independently, making decisions and performing tasks without continuous human input. It can execute complex processes and solve problems on its own, adapting to new situations as needed. </a:t>
            </a:r>
            <a:r>
              <a:rPr lang="en-US" altLang="ko-KR" sz="1200" b="1" i="0" u="none" strike="noStrike" cap="none" smtClean="0">
                <a:solidFill>
                  <a:schemeClr val="dk1"/>
                </a:solidFill>
                <a:effectLst/>
                <a:latin typeface="Malgun Gothic"/>
                <a:ea typeface="Malgun Gothic"/>
                <a:cs typeface="Malgun Gothic"/>
                <a:sym typeface="Malgun Gothic"/>
              </a:rPr>
              <a:t>Decision-Making Capabilities</a:t>
            </a:r>
            <a:r>
              <a:rPr lang="en-US" altLang="ko-KR" sz="1200" b="0" i="0" u="none" strike="noStrike" cap="none" smtClean="0">
                <a:solidFill>
                  <a:schemeClr val="dk1"/>
                </a:solidFill>
                <a:effectLst/>
                <a:latin typeface="Malgun Gothic"/>
                <a:ea typeface="Malgun Gothic"/>
                <a:cs typeface="Malgun Gothic"/>
                <a:sym typeface="Malgun Gothic"/>
              </a:rPr>
              <a:t> Equipped with advanced reasoning and analytical skills, agentic AI can evaluate various factors and make informed choices based on real-time data. This allows it to address dynamic and evolving challenges effectively. </a:t>
            </a:r>
            <a:r>
              <a:rPr lang="en-US" altLang="ko-KR" sz="1200" b="1" i="0" u="none" strike="noStrike" cap="none" smtClean="0">
                <a:solidFill>
                  <a:schemeClr val="dk1"/>
                </a:solidFill>
                <a:effectLst/>
                <a:latin typeface="Malgun Gothic"/>
                <a:ea typeface="Malgun Gothic"/>
                <a:cs typeface="Malgun Gothic"/>
                <a:sym typeface="Malgun Gothic"/>
              </a:rPr>
              <a:t>Goal-Directed Behavior</a:t>
            </a:r>
            <a:r>
              <a:rPr lang="en-US" altLang="ko-KR" sz="1200" b="0" i="0" u="none" strike="noStrike" cap="none" smtClean="0">
                <a:solidFill>
                  <a:schemeClr val="dk1"/>
                </a:solidFill>
                <a:effectLst/>
                <a:latin typeface="Malgun Gothic"/>
                <a:ea typeface="Malgun Gothic"/>
                <a:cs typeface="Malgun Gothic"/>
                <a:sym typeface="Malgun Gothic"/>
              </a:rPr>
              <a:t> Agentic AI is designed to pursue specific objectives, aligning its actions towards achieving set goals. It prioritizes tasks and adjusts strategies to stay focused on fulfilling its predefined outcomes.</a:t>
            </a:r>
            <a:endParaRPr u="sng">
              <a:solidFill>
                <a:schemeClr val="hlink"/>
              </a:solidFill>
              <a:hlinkClick r:id="rId3"/>
            </a:endParaRPr>
          </a:p>
        </p:txBody>
      </p:sp>
      <p:sp>
        <p:nvSpPr>
          <p:cNvPr id="100" name="Google Shape;10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latin typeface="맑은 고딕" panose="020B0503020000020004" pitchFamily="50" charset="-127"/>
                <a:ea typeface="맑은 고딕" panose="020B0503020000020004" pitchFamily="50" charset="-127"/>
              </a:rPr>
              <a:t>2</a:t>
            </a:fld>
            <a:endParaRPr>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1499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5"/>
        <p:cNvGrpSpPr/>
        <p:nvPr/>
      </p:nvGrpSpPr>
      <p:grpSpPr>
        <a:xfrm>
          <a:off x="0" y="0"/>
          <a:ext cx="0" cy="0"/>
          <a:chOff x="0" y="0"/>
          <a:chExt cx="0" cy="0"/>
        </a:xfrm>
      </p:grpSpPr>
      <p:sp>
        <p:nvSpPr>
          <p:cNvPr id="16" name="Google Shape;16;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7"/>
        <p:cNvGrpSpPr/>
        <p:nvPr/>
      </p:nvGrpSpPr>
      <p:grpSpPr>
        <a:xfrm>
          <a:off x="0" y="0"/>
          <a:ext cx="0" cy="0"/>
          <a:chOff x="0" y="0"/>
          <a:chExt cx="0" cy="0"/>
        </a:xfrm>
      </p:grpSpPr>
      <p:sp>
        <p:nvSpPr>
          <p:cNvPr id="28" name="Google Shape;28;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40"/>
        <p:cNvGrpSpPr/>
        <p:nvPr/>
      </p:nvGrpSpPr>
      <p:grpSpPr>
        <a:xfrm>
          <a:off x="0" y="0"/>
          <a:ext cx="0" cy="0"/>
          <a:chOff x="0" y="0"/>
          <a:chExt cx="0" cy="0"/>
        </a:xfrm>
      </p:grpSpPr>
      <p:sp>
        <p:nvSpPr>
          <p:cNvPr id="41" name="Google Shape;41;p4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49"/>
        <p:cNvGrpSpPr/>
        <p:nvPr/>
      </p:nvGrpSpPr>
      <p:grpSpPr>
        <a:xfrm>
          <a:off x="0" y="0"/>
          <a:ext cx="0" cy="0"/>
          <a:chOff x="0" y="0"/>
          <a:chExt cx="0" cy="0"/>
        </a:xfrm>
      </p:grpSpPr>
      <p:sp>
        <p:nvSpPr>
          <p:cNvPr id="50" name="Google Shape;5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58"/>
        <p:cNvGrpSpPr/>
        <p:nvPr/>
      </p:nvGrpSpPr>
      <p:grpSpPr>
        <a:xfrm>
          <a:off x="0" y="0"/>
          <a:ext cx="0" cy="0"/>
          <a:chOff x="0" y="0"/>
          <a:chExt cx="0" cy="0"/>
        </a:xfrm>
      </p:grpSpPr>
      <p:sp>
        <p:nvSpPr>
          <p:cNvPr id="59" name="Google Shape;59;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65"/>
        <p:cNvGrpSpPr/>
        <p:nvPr/>
      </p:nvGrpSpPr>
      <p:grpSpPr>
        <a:xfrm>
          <a:off x="0" y="0"/>
          <a:ext cx="0" cy="0"/>
          <a:chOff x="0" y="0"/>
          <a:chExt cx="0" cy="0"/>
        </a:xfrm>
      </p:grpSpPr>
      <p:sp>
        <p:nvSpPr>
          <p:cNvPr id="66" name="Google Shape;66;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7"/>
          <p:cNvSpPr>
            <a:spLocks noGrp="1"/>
          </p:cNvSpPr>
          <p:nvPr>
            <p:ph type="pic" idx="2"/>
          </p:nvPr>
        </p:nvSpPr>
        <p:spPr>
          <a:xfrm>
            <a:off x="5183188" y="987425"/>
            <a:ext cx="6172200" cy="4873625"/>
          </a:xfrm>
          <a:prstGeom prst="rect">
            <a:avLst/>
          </a:prstGeom>
          <a:noFill/>
          <a:ln>
            <a:noFill/>
          </a:ln>
        </p:spPr>
      </p:sp>
      <p:sp>
        <p:nvSpPr>
          <p:cNvPr id="68" name="Google Shape;68;p4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72"/>
        <p:cNvGrpSpPr/>
        <p:nvPr/>
      </p:nvGrpSpPr>
      <p:grpSpPr>
        <a:xfrm>
          <a:off x="0" y="0"/>
          <a:ext cx="0" cy="0"/>
          <a:chOff x="0" y="0"/>
          <a:chExt cx="0" cy="0"/>
        </a:xfrm>
      </p:grpSpPr>
      <p:sp>
        <p:nvSpPr>
          <p:cNvPr id="73" name="Google Shape;73;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78"/>
        <p:cNvGrpSpPr/>
        <p:nvPr/>
      </p:nvGrpSpPr>
      <p:grpSpPr>
        <a:xfrm>
          <a:off x="0" y="0"/>
          <a:ext cx="0" cy="0"/>
          <a:chOff x="0" y="0"/>
          <a:chExt cx="0" cy="0"/>
        </a:xfrm>
      </p:grpSpPr>
      <p:sp>
        <p:nvSpPr>
          <p:cNvPr id="79" name="Google Shape;79;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4" name="Google Shape;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Malgun Gothic"/>
                <a:ea typeface="Malgun Gothic"/>
                <a:cs typeface="Malgun Gothic"/>
                <a:sym typeface="Malgun Gothic"/>
              </a:defRPr>
            </a:lvl1pPr>
            <a:lvl2pPr marL="0" marR="0" lvl="1" indent="0" algn="r" rtl="0">
              <a:spcBef>
                <a:spcPts val="0"/>
              </a:spcBef>
              <a:buNone/>
              <a:defRPr sz="1200" b="0" i="0" u="none" strike="noStrike" cap="none">
                <a:solidFill>
                  <a:srgbClr val="888888"/>
                </a:solidFill>
                <a:latin typeface="Malgun Gothic"/>
                <a:ea typeface="Malgun Gothic"/>
                <a:cs typeface="Malgun Gothic"/>
                <a:sym typeface="Malgun Gothic"/>
              </a:defRPr>
            </a:lvl2pPr>
            <a:lvl3pPr marL="0" marR="0" lvl="2" indent="0" algn="r" rtl="0">
              <a:spcBef>
                <a:spcPts val="0"/>
              </a:spcBef>
              <a:buNone/>
              <a:defRPr sz="1200" b="0" i="0" u="none" strike="noStrike" cap="none">
                <a:solidFill>
                  <a:srgbClr val="888888"/>
                </a:solidFill>
                <a:latin typeface="Malgun Gothic"/>
                <a:ea typeface="Malgun Gothic"/>
                <a:cs typeface="Malgun Gothic"/>
                <a:sym typeface="Malgun Gothic"/>
              </a:defRPr>
            </a:lvl3pPr>
            <a:lvl4pPr marL="0" marR="0" lvl="3" indent="0" algn="r" rtl="0">
              <a:spcBef>
                <a:spcPts val="0"/>
              </a:spcBef>
              <a:buNone/>
              <a:defRPr sz="1200" b="0" i="0" u="none" strike="noStrike" cap="none">
                <a:solidFill>
                  <a:srgbClr val="888888"/>
                </a:solidFill>
                <a:latin typeface="Malgun Gothic"/>
                <a:ea typeface="Malgun Gothic"/>
                <a:cs typeface="Malgun Gothic"/>
                <a:sym typeface="Malgun Gothic"/>
              </a:defRPr>
            </a:lvl4pPr>
            <a:lvl5pPr marL="0" marR="0" lvl="4" indent="0" algn="r" rtl="0">
              <a:spcBef>
                <a:spcPts val="0"/>
              </a:spcBef>
              <a:buNone/>
              <a:defRPr sz="1200" b="0" i="0" u="none" strike="noStrike" cap="none">
                <a:solidFill>
                  <a:srgbClr val="888888"/>
                </a:solidFill>
                <a:latin typeface="Malgun Gothic"/>
                <a:ea typeface="Malgun Gothic"/>
                <a:cs typeface="Malgun Gothic"/>
                <a:sym typeface="Malgun Gothic"/>
              </a:defRPr>
            </a:lvl5pPr>
            <a:lvl6pPr marL="0" marR="0" lvl="5" indent="0" algn="r" rtl="0">
              <a:spcBef>
                <a:spcPts val="0"/>
              </a:spcBef>
              <a:buNone/>
              <a:defRPr sz="1200" b="0" i="0" u="none" strike="noStrike" cap="none">
                <a:solidFill>
                  <a:srgbClr val="888888"/>
                </a:solidFill>
                <a:latin typeface="Malgun Gothic"/>
                <a:ea typeface="Malgun Gothic"/>
                <a:cs typeface="Malgun Gothic"/>
                <a:sym typeface="Malgun Gothic"/>
              </a:defRPr>
            </a:lvl6pPr>
            <a:lvl7pPr marL="0" marR="0" lvl="6" indent="0" algn="r" rtl="0">
              <a:spcBef>
                <a:spcPts val="0"/>
              </a:spcBef>
              <a:buNone/>
              <a:defRPr sz="1200" b="0" i="0" u="none" strike="noStrike" cap="none">
                <a:solidFill>
                  <a:srgbClr val="888888"/>
                </a:solidFill>
                <a:latin typeface="Malgun Gothic"/>
                <a:ea typeface="Malgun Gothic"/>
                <a:cs typeface="Malgun Gothic"/>
                <a:sym typeface="Malgun Gothic"/>
              </a:defRPr>
            </a:lvl7pPr>
            <a:lvl8pPr marL="0" marR="0" lvl="7" indent="0" algn="r" rtl="0">
              <a:spcBef>
                <a:spcPts val="0"/>
              </a:spcBef>
              <a:buNone/>
              <a:defRPr sz="1200" b="0" i="0" u="none" strike="noStrike" cap="none">
                <a:solidFill>
                  <a:srgbClr val="888888"/>
                </a:solidFill>
                <a:latin typeface="Malgun Gothic"/>
                <a:ea typeface="Malgun Gothic"/>
                <a:cs typeface="Malgun Gothic"/>
                <a:sym typeface="Malgun Gothic"/>
              </a:defRPr>
            </a:lvl8pPr>
            <a:lvl9pPr marL="0" marR="0" lvl="8" indent="0" algn="r" rtl="0">
              <a:spcBef>
                <a:spcPts val="0"/>
              </a:spcBef>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promptingguide.ai/research/llm-agents#llm-agent-framework"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88"/>
        <p:cNvGrpSpPr/>
        <p:nvPr/>
      </p:nvGrpSpPr>
      <p:grpSpPr>
        <a:xfrm>
          <a:off x="0" y="0"/>
          <a:ext cx="0" cy="0"/>
          <a:chOff x="0" y="0"/>
          <a:chExt cx="0" cy="0"/>
        </a:xfrm>
      </p:grpSpPr>
      <p:sp>
        <p:nvSpPr>
          <p:cNvPr id="89" name="Google Shape;89;p1"/>
          <p:cNvSpPr/>
          <p:nvPr/>
        </p:nvSpPr>
        <p:spPr>
          <a:xfrm flipH="1">
            <a:off x="0" y="0"/>
            <a:ext cx="12192000" cy="6858000"/>
          </a:xfrm>
          <a:prstGeom prst="parallelogram">
            <a:avLst>
              <a:gd name="adj" fmla="val 25000"/>
            </a:avLst>
          </a:prstGeom>
          <a:solidFill>
            <a:schemeClr val="accent4">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Malgun Gothic"/>
              <a:ea typeface="Malgun Gothic"/>
              <a:cs typeface="Malgun Gothic"/>
              <a:sym typeface="Malgun Gothic"/>
            </a:endParaRPr>
          </a:p>
        </p:txBody>
      </p:sp>
      <p:sp>
        <p:nvSpPr>
          <p:cNvPr id="90" name="Google Shape;90;p1"/>
          <p:cNvSpPr/>
          <p:nvPr/>
        </p:nvSpPr>
        <p:spPr>
          <a:xfrm flipH="1">
            <a:off x="1956816" y="4736592"/>
            <a:ext cx="10235184" cy="2121408"/>
          </a:xfrm>
          <a:prstGeom prst="rtTriangle">
            <a:avLst/>
          </a:prstGeom>
          <a:solidFill>
            <a:srgbClr val="CEBE7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Malgun Gothic"/>
              <a:ea typeface="Malgun Gothic"/>
              <a:cs typeface="Malgun Gothic"/>
              <a:sym typeface="Malgun Gothic"/>
            </a:endParaRPr>
          </a:p>
        </p:txBody>
      </p:sp>
      <p:sp>
        <p:nvSpPr>
          <p:cNvPr id="91" name="Google Shape;91;p1"/>
          <p:cNvSpPr/>
          <p:nvPr/>
        </p:nvSpPr>
        <p:spPr>
          <a:xfrm>
            <a:off x="580538" y="682965"/>
            <a:ext cx="11091526" cy="56144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Malgun Gothic"/>
              <a:ea typeface="Malgun Gothic"/>
              <a:cs typeface="Malgun Gothic"/>
              <a:sym typeface="Malgun Gothic"/>
            </a:endParaRPr>
          </a:p>
        </p:txBody>
      </p:sp>
      <p:sp>
        <p:nvSpPr>
          <p:cNvPr id="92" name="Google Shape;92;p1"/>
          <p:cNvSpPr/>
          <p:nvPr/>
        </p:nvSpPr>
        <p:spPr>
          <a:xfrm>
            <a:off x="580538" y="682965"/>
            <a:ext cx="941999" cy="942018"/>
          </a:xfrm>
          <a:custGeom>
            <a:avLst/>
            <a:gdLst/>
            <a:ahLst/>
            <a:cxnLst/>
            <a:rect l="l" t="t" r="r" b="b"/>
            <a:pathLst>
              <a:path w="941999" h="942018" extrusionOk="0">
                <a:moveTo>
                  <a:pt x="0" y="0"/>
                </a:moveTo>
                <a:lnTo>
                  <a:pt x="941999" y="0"/>
                </a:lnTo>
                <a:lnTo>
                  <a:pt x="845703" y="4863"/>
                </a:lnTo>
                <a:cubicBezTo>
                  <a:pt x="370684" y="53103"/>
                  <a:pt x="0" y="454272"/>
                  <a:pt x="0" y="942018"/>
                </a:cubicBezTo>
                <a:lnTo>
                  <a:pt x="0" y="0"/>
                </a:lnTo>
                <a:close/>
              </a:path>
            </a:pathLst>
          </a:custGeom>
          <a:solidFill>
            <a:srgbClr val="FFD9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Malgun Gothic"/>
              <a:ea typeface="Malgun Gothic"/>
              <a:cs typeface="Malgun Gothic"/>
              <a:sym typeface="Malgun Gothic"/>
            </a:endParaRPr>
          </a:p>
        </p:txBody>
      </p:sp>
      <p:sp>
        <p:nvSpPr>
          <p:cNvPr id="93" name="Google Shape;93;p1"/>
          <p:cNvSpPr/>
          <p:nvPr/>
        </p:nvSpPr>
        <p:spPr>
          <a:xfrm>
            <a:off x="11024091" y="5634660"/>
            <a:ext cx="647972" cy="662724"/>
          </a:xfrm>
          <a:custGeom>
            <a:avLst/>
            <a:gdLst/>
            <a:ahLst/>
            <a:cxnLst/>
            <a:rect l="l" t="t" r="r" b="b"/>
            <a:pathLst>
              <a:path w="647972" h="662724" extrusionOk="0">
                <a:moveTo>
                  <a:pt x="647972" y="0"/>
                </a:moveTo>
                <a:lnTo>
                  <a:pt x="647972" y="662724"/>
                </a:lnTo>
                <a:lnTo>
                  <a:pt x="0" y="662724"/>
                </a:lnTo>
                <a:lnTo>
                  <a:pt x="18555" y="657953"/>
                </a:lnTo>
                <a:cubicBezTo>
                  <a:pt x="313529" y="566207"/>
                  <a:pt x="546348" y="333387"/>
                  <a:pt x="638095" y="38413"/>
                </a:cubicBezTo>
                <a:lnTo>
                  <a:pt x="647972" y="0"/>
                </a:lnTo>
                <a:close/>
              </a:path>
            </a:pathLst>
          </a:custGeom>
          <a:solidFill>
            <a:srgbClr val="FFD9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Malgun Gothic"/>
              <a:ea typeface="Malgun Gothic"/>
              <a:cs typeface="Malgun Gothic"/>
              <a:sym typeface="Malgun Gothic"/>
            </a:endParaRPr>
          </a:p>
        </p:txBody>
      </p:sp>
      <p:sp>
        <p:nvSpPr>
          <p:cNvPr id="94" name="Google Shape;94;p1"/>
          <p:cNvSpPr/>
          <p:nvPr/>
        </p:nvSpPr>
        <p:spPr>
          <a:xfrm rot="10800000" flipH="1">
            <a:off x="1888133" y="2917981"/>
            <a:ext cx="8028000" cy="36000"/>
          </a:xfrm>
          <a:prstGeom prst="rect">
            <a:avLst/>
          </a:prstGeom>
          <a:solidFill>
            <a:srgbClr val="7D76D3"/>
          </a:solidFill>
          <a:ln>
            <a:noFill/>
          </a:ln>
        </p:spPr>
        <p:txBody>
          <a:bodyPr spcFirstLastPara="1" wrap="square" lIns="288000" tIns="45700" rIns="91425" bIns="45700" anchor="ctr" anchorCtr="0">
            <a:noAutofit/>
          </a:bodyPr>
          <a:lstStyle/>
          <a:p>
            <a:pPr marL="0" marR="0" lvl="0" indent="0" algn="ctr" rtl="0">
              <a:spcBef>
                <a:spcPts val="0"/>
              </a:spcBef>
              <a:spcAft>
                <a:spcPts val="0"/>
              </a:spcAft>
              <a:buNone/>
            </a:pPr>
            <a:endParaRPr sz="2400" b="1" i="1">
              <a:solidFill>
                <a:srgbClr val="FFFFFF"/>
              </a:solidFill>
              <a:latin typeface="Malgun Gothic"/>
              <a:ea typeface="Malgun Gothic"/>
              <a:cs typeface="Malgun Gothic"/>
              <a:sym typeface="Malgun Gothic"/>
            </a:endParaRPr>
          </a:p>
        </p:txBody>
      </p:sp>
      <p:sp>
        <p:nvSpPr>
          <p:cNvPr id="95" name="Google Shape;95;p1"/>
          <p:cNvSpPr/>
          <p:nvPr/>
        </p:nvSpPr>
        <p:spPr>
          <a:xfrm>
            <a:off x="1014619" y="1703728"/>
            <a:ext cx="9825643" cy="1537052"/>
          </a:xfrm>
          <a:prstGeom prst="rect">
            <a:avLst/>
          </a:prstGeom>
          <a:noFill/>
          <a:ln>
            <a:noFill/>
          </a:ln>
        </p:spPr>
        <p:txBody>
          <a:bodyPr spcFirstLastPara="1" wrap="square" lIns="0" tIns="0" rIns="0" bIns="0" anchor="ctr" anchorCtr="0">
            <a:noAutofit/>
          </a:bodyPr>
          <a:lstStyle/>
          <a:p>
            <a:pPr lvl="0" algn="ctr">
              <a:lnSpc>
                <a:spcPct val="150000"/>
              </a:lnSpc>
            </a:pPr>
            <a:r>
              <a:rPr lang="en-US" altLang="ko-KR" sz="4000" b="1">
                <a:solidFill>
                  <a:srgbClr val="7D76D3"/>
                </a:solidFill>
                <a:latin typeface="Malgun Gothic"/>
                <a:ea typeface="Malgun Gothic"/>
                <a:cs typeface="Malgun Gothic"/>
                <a:sym typeface="Malgun Gothic"/>
              </a:rPr>
              <a:t>LLM </a:t>
            </a:r>
            <a:r>
              <a:rPr lang="ko-KR" altLang="en-US" sz="4000" b="1">
                <a:solidFill>
                  <a:srgbClr val="7D76D3"/>
                </a:solidFill>
                <a:latin typeface="Malgun Gothic"/>
                <a:ea typeface="Malgun Gothic"/>
                <a:cs typeface="Malgun Gothic"/>
                <a:sym typeface="Malgun Gothic"/>
              </a:rPr>
              <a:t>기반 </a:t>
            </a:r>
            <a:r>
              <a:rPr lang="en-US" altLang="ko-KR" sz="4000" b="1">
                <a:solidFill>
                  <a:srgbClr val="7D76D3"/>
                </a:solidFill>
                <a:latin typeface="Malgun Gothic"/>
                <a:ea typeface="Malgun Gothic"/>
                <a:cs typeface="Malgun Gothic"/>
                <a:sym typeface="Malgun Gothic"/>
              </a:rPr>
              <a:t>AI </a:t>
            </a:r>
            <a:r>
              <a:rPr lang="ko-KR" altLang="en-US" sz="4000" b="1">
                <a:solidFill>
                  <a:srgbClr val="7D76D3"/>
                </a:solidFill>
                <a:latin typeface="Malgun Gothic"/>
                <a:ea typeface="Malgun Gothic"/>
                <a:cs typeface="Malgun Gothic"/>
                <a:sym typeface="Malgun Gothic"/>
              </a:rPr>
              <a:t>에이전트 기초와 실습</a:t>
            </a:r>
            <a:endParaRPr lang="en-US" altLang="ko-KR" sz="4000" b="1" smtClean="0">
              <a:solidFill>
                <a:srgbClr val="7D76D3"/>
              </a:solidFill>
              <a:latin typeface="Malgun Gothic"/>
              <a:ea typeface="Malgun Gothic"/>
              <a:cs typeface="Malgun Gothic"/>
              <a:sym typeface="Malgun Gothic"/>
            </a:endParaRPr>
          </a:p>
        </p:txBody>
      </p:sp>
      <p:sp>
        <p:nvSpPr>
          <p:cNvPr id="96" name="Google Shape;96;p1"/>
          <p:cNvSpPr/>
          <p:nvPr/>
        </p:nvSpPr>
        <p:spPr>
          <a:xfrm>
            <a:off x="2137517" y="3515981"/>
            <a:ext cx="7672800" cy="1647900"/>
          </a:xfrm>
          <a:prstGeom prst="rect">
            <a:avLst/>
          </a:prstGeom>
          <a:noFill/>
          <a:ln>
            <a:noFill/>
          </a:ln>
        </p:spPr>
        <p:txBody>
          <a:bodyPr spcFirstLastPara="1" wrap="square" lIns="0" tIns="0" rIns="0" bIns="0" anchor="ctr" anchorCtr="0">
            <a:noAutofit/>
          </a:bodyPr>
          <a:lstStyle/>
          <a:p>
            <a:pPr marL="0" marR="0" lvl="0" indent="0" algn="ctr" rtl="0">
              <a:lnSpc>
                <a:spcPct val="150000"/>
              </a:lnSpc>
              <a:spcBef>
                <a:spcPts val="0"/>
              </a:spcBef>
              <a:spcAft>
                <a:spcPts val="0"/>
              </a:spcAft>
              <a:buNone/>
            </a:pPr>
            <a:r>
              <a:rPr lang="ko-KR" sz="1800" smtClean="0">
                <a:solidFill>
                  <a:srgbClr val="595959"/>
                </a:solidFill>
                <a:latin typeface="Malgun Gothic"/>
                <a:ea typeface="Malgun Gothic"/>
                <a:cs typeface="Malgun Gothic"/>
                <a:sym typeface="Malgun Gothic"/>
              </a:rPr>
              <a:t>배진용</a:t>
            </a:r>
            <a:endParaRPr sz="1800">
              <a:solidFill>
                <a:srgbClr val="595959"/>
              </a:solidFill>
              <a:latin typeface="Malgun Gothic"/>
              <a:ea typeface="Malgun Gothic"/>
              <a:cs typeface="Malgun Gothic"/>
              <a:sym typeface="Malgun Gothic"/>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01"/>
        <p:cNvGrpSpPr/>
        <p:nvPr/>
      </p:nvGrpSpPr>
      <p:grpSpPr>
        <a:xfrm>
          <a:off x="0" y="0"/>
          <a:ext cx="0" cy="0"/>
          <a:chOff x="0" y="0"/>
          <a:chExt cx="0" cy="0"/>
        </a:xfrm>
      </p:grpSpPr>
      <p:sp>
        <p:nvSpPr>
          <p:cNvPr id="102" name="Google Shape;102;p2"/>
          <p:cNvSpPr/>
          <p:nvPr/>
        </p:nvSpPr>
        <p:spPr>
          <a:xfrm flipH="1">
            <a:off x="0" y="0"/>
            <a:ext cx="12192000" cy="6858000"/>
          </a:xfrm>
          <a:prstGeom prst="parallelogram">
            <a:avLst>
              <a:gd name="adj" fmla="val 25000"/>
            </a:avLst>
          </a:prstGeom>
          <a:solidFill>
            <a:schemeClr val="accent4">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맑은 고딕" panose="020B0503020000020004" pitchFamily="50" charset="-127"/>
              <a:ea typeface="맑은 고딕" panose="020B0503020000020004" pitchFamily="50" charset="-127"/>
              <a:cs typeface="Malgun Gothic"/>
              <a:sym typeface="Malgun Gothic"/>
            </a:endParaRPr>
          </a:p>
        </p:txBody>
      </p:sp>
      <p:sp>
        <p:nvSpPr>
          <p:cNvPr id="104" name="Google Shape;104;p2"/>
          <p:cNvSpPr/>
          <p:nvPr/>
        </p:nvSpPr>
        <p:spPr>
          <a:xfrm>
            <a:off x="594083" y="188685"/>
            <a:ext cx="11091526" cy="676219"/>
          </a:xfrm>
          <a:prstGeom prst="rect">
            <a:avLst/>
          </a:prstGeom>
          <a:solidFill>
            <a:srgbClr val="548235"/>
          </a:solidFill>
          <a:ln>
            <a:noFill/>
          </a:ln>
        </p:spPr>
        <p:txBody>
          <a:bodyPr spcFirstLastPara="1" wrap="square" lIns="288000" tIns="45700" rIns="91425" bIns="45700" anchor="ctr" anchorCtr="0">
            <a:noAutofit/>
          </a:bodyPr>
          <a:lstStyle/>
          <a:p>
            <a:pPr lvl="0"/>
            <a:r>
              <a:rPr lang="en-US" altLang="ko-KR" sz="2200" b="1" smtClean="0">
                <a:solidFill>
                  <a:srgbClr val="FFFFFF"/>
                </a:solidFill>
                <a:latin typeface="맑은 고딕" panose="020B0503020000020004" pitchFamily="50" charset="-127"/>
                <a:ea typeface="맑은 고딕" panose="020B0503020000020004" pitchFamily="50" charset="-127"/>
                <a:cs typeface="Malgun Gothic"/>
                <a:sym typeface="Malgun Gothic"/>
              </a:rPr>
              <a:t>AI</a:t>
            </a:r>
            <a:r>
              <a:rPr lang="ko-KR" altLang="en-US" sz="2200" b="1">
                <a:solidFill>
                  <a:srgbClr val="FFFFFF"/>
                </a:solidFill>
                <a:latin typeface="맑은 고딕" panose="020B0503020000020004" pitchFamily="50" charset="-127"/>
                <a:ea typeface="맑은 고딕" panose="020B0503020000020004" pitchFamily="50" charset="-127"/>
                <a:cs typeface="Malgun Gothic"/>
                <a:sym typeface="Malgun Gothic"/>
              </a:rPr>
              <a:t>의 새로운 진화</a:t>
            </a:r>
            <a:r>
              <a:rPr lang="en-US" altLang="ko-KR" sz="2200" b="1">
                <a:solidFill>
                  <a:srgbClr val="FFFFFF"/>
                </a:solidFill>
                <a:latin typeface="맑은 고딕" panose="020B0503020000020004" pitchFamily="50" charset="-127"/>
                <a:ea typeface="맑은 고딕" panose="020B0503020000020004" pitchFamily="50" charset="-127"/>
                <a:cs typeface="Malgun Gothic"/>
                <a:sym typeface="Malgun Gothic"/>
              </a:rPr>
              <a:t>: </a:t>
            </a:r>
            <a:r>
              <a:rPr lang="en-US" altLang="ko-KR" sz="2200" b="1" smtClean="0">
                <a:solidFill>
                  <a:srgbClr val="FFFFFF"/>
                </a:solidFill>
                <a:latin typeface="맑은 고딕" panose="020B0503020000020004" pitchFamily="50" charset="-127"/>
                <a:ea typeface="맑은 고딕" panose="020B0503020000020004" pitchFamily="50" charset="-127"/>
                <a:cs typeface="Malgun Gothic"/>
                <a:sym typeface="Malgun Gothic"/>
              </a:rPr>
              <a:t>Agentic AI</a:t>
            </a:r>
            <a:r>
              <a:rPr lang="ko-KR" altLang="en-US" sz="2200" b="1">
                <a:solidFill>
                  <a:srgbClr val="FFFFFF"/>
                </a:solidFill>
                <a:latin typeface="맑은 고딕" panose="020B0503020000020004" pitchFamily="50" charset="-127"/>
                <a:ea typeface="맑은 고딕" panose="020B0503020000020004" pitchFamily="50" charset="-127"/>
                <a:cs typeface="Malgun Gothic"/>
                <a:sym typeface="Malgun Gothic"/>
              </a:rPr>
              <a:t>의 핵심 </a:t>
            </a:r>
            <a:r>
              <a:rPr lang="ko-KR" altLang="en-US" sz="2200" b="1" smtClean="0">
                <a:solidFill>
                  <a:srgbClr val="FFFFFF"/>
                </a:solidFill>
                <a:latin typeface="맑은 고딕" panose="020B0503020000020004" pitchFamily="50" charset="-127"/>
                <a:ea typeface="맑은 고딕" panose="020B0503020000020004" pitchFamily="50" charset="-127"/>
                <a:cs typeface="Malgun Gothic"/>
                <a:sym typeface="Malgun Gothic"/>
              </a:rPr>
              <a:t>특성</a:t>
            </a:r>
            <a:endParaRPr lang="en-US" altLang="ko-KR" sz="2200" b="1">
              <a:solidFill>
                <a:srgbClr val="FFFFFF"/>
              </a:solidFill>
              <a:latin typeface="맑은 고딕" panose="020B0503020000020004" pitchFamily="50" charset="-127"/>
              <a:ea typeface="맑은 고딕" panose="020B0503020000020004" pitchFamily="50" charset="-127"/>
              <a:cs typeface="Malgun Gothic"/>
              <a:sym typeface="Malgun Gothic"/>
            </a:endParaRPr>
          </a:p>
        </p:txBody>
      </p:sp>
      <p:grpSp>
        <p:nvGrpSpPr>
          <p:cNvPr id="105" name="Google Shape;105;p2"/>
          <p:cNvGrpSpPr/>
          <p:nvPr/>
        </p:nvGrpSpPr>
        <p:grpSpPr>
          <a:xfrm>
            <a:off x="594083" y="1019471"/>
            <a:ext cx="11091526" cy="5614419"/>
            <a:chOff x="563445" y="975065"/>
            <a:chExt cx="11091526" cy="5614419"/>
          </a:xfrm>
        </p:grpSpPr>
        <p:sp>
          <p:nvSpPr>
            <p:cNvPr id="106" name="Google Shape;106;p2"/>
            <p:cNvSpPr/>
            <p:nvPr/>
          </p:nvSpPr>
          <p:spPr>
            <a:xfrm>
              <a:off x="563445" y="975065"/>
              <a:ext cx="11091526" cy="56144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맑은 고딕" panose="020B0503020000020004" pitchFamily="50" charset="-127"/>
                <a:ea typeface="맑은 고딕" panose="020B0503020000020004" pitchFamily="50" charset="-127"/>
                <a:cs typeface="Malgun Gothic"/>
                <a:sym typeface="Malgun Gothic"/>
              </a:endParaRPr>
            </a:p>
          </p:txBody>
        </p:sp>
        <p:sp>
          <p:nvSpPr>
            <p:cNvPr id="107" name="Google Shape;107;p2"/>
            <p:cNvSpPr/>
            <p:nvPr/>
          </p:nvSpPr>
          <p:spPr>
            <a:xfrm>
              <a:off x="563446" y="975065"/>
              <a:ext cx="941999" cy="942018"/>
            </a:xfrm>
            <a:custGeom>
              <a:avLst/>
              <a:gdLst/>
              <a:ahLst/>
              <a:cxnLst/>
              <a:rect l="l" t="t" r="r" b="b"/>
              <a:pathLst>
                <a:path w="941999" h="942018" extrusionOk="0">
                  <a:moveTo>
                    <a:pt x="0" y="0"/>
                  </a:moveTo>
                  <a:lnTo>
                    <a:pt x="941999" y="0"/>
                  </a:lnTo>
                  <a:lnTo>
                    <a:pt x="845703" y="4863"/>
                  </a:lnTo>
                  <a:cubicBezTo>
                    <a:pt x="370684" y="53103"/>
                    <a:pt x="0" y="454272"/>
                    <a:pt x="0" y="942018"/>
                  </a:cubicBezTo>
                  <a:lnTo>
                    <a:pt x="0" y="0"/>
                  </a:lnTo>
                  <a:close/>
                </a:path>
              </a:pathLst>
            </a:custGeom>
            <a:solidFill>
              <a:srgbClr val="FFD9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맑은 고딕" panose="020B0503020000020004" pitchFamily="50" charset="-127"/>
                <a:ea typeface="맑은 고딕" panose="020B0503020000020004" pitchFamily="50" charset="-127"/>
                <a:cs typeface="Malgun Gothic"/>
                <a:sym typeface="Malgun Gothic"/>
              </a:endParaRPr>
            </a:p>
          </p:txBody>
        </p:sp>
        <p:sp>
          <p:nvSpPr>
            <p:cNvPr id="108" name="Google Shape;108;p2"/>
            <p:cNvSpPr/>
            <p:nvPr/>
          </p:nvSpPr>
          <p:spPr>
            <a:xfrm>
              <a:off x="11006999" y="5926760"/>
              <a:ext cx="647972" cy="662724"/>
            </a:xfrm>
            <a:custGeom>
              <a:avLst/>
              <a:gdLst/>
              <a:ahLst/>
              <a:cxnLst/>
              <a:rect l="l" t="t" r="r" b="b"/>
              <a:pathLst>
                <a:path w="647972" h="662724" extrusionOk="0">
                  <a:moveTo>
                    <a:pt x="647972" y="0"/>
                  </a:moveTo>
                  <a:lnTo>
                    <a:pt x="647972" y="662724"/>
                  </a:lnTo>
                  <a:lnTo>
                    <a:pt x="0" y="662724"/>
                  </a:lnTo>
                  <a:lnTo>
                    <a:pt x="18555" y="657953"/>
                  </a:lnTo>
                  <a:cubicBezTo>
                    <a:pt x="313529" y="566207"/>
                    <a:pt x="546348" y="333387"/>
                    <a:pt x="638095" y="38413"/>
                  </a:cubicBezTo>
                  <a:lnTo>
                    <a:pt x="647972" y="0"/>
                  </a:lnTo>
                  <a:close/>
                </a:path>
              </a:pathLst>
            </a:custGeom>
            <a:solidFill>
              <a:srgbClr val="FFD9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맑은 고딕" panose="020B0503020000020004" pitchFamily="50" charset="-127"/>
                <a:ea typeface="맑은 고딕" panose="020B0503020000020004" pitchFamily="50" charset="-127"/>
                <a:cs typeface="Malgun Gothic"/>
                <a:sym typeface="Malgun Gothic"/>
              </a:endParaRPr>
            </a:p>
          </p:txBody>
        </p:sp>
      </p:grpSp>
      <p:sp>
        <p:nvSpPr>
          <p:cNvPr id="29" name="Google Shape;109;p2"/>
          <p:cNvSpPr/>
          <p:nvPr/>
        </p:nvSpPr>
        <p:spPr>
          <a:xfrm>
            <a:off x="7904860" y="342458"/>
            <a:ext cx="3746565" cy="369291"/>
          </a:xfrm>
          <a:prstGeom prst="rect">
            <a:avLst/>
          </a:prstGeom>
          <a:noFill/>
          <a:ln>
            <a:noFill/>
          </a:ln>
        </p:spPr>
        <p:txBody>
          <a:bodyPr spcFirstLastPara="1" wrap="square" lIns="91425" tIns="45700" rIns="91425" bIns="45700" anchor="t" anchorCtr="0">
            <a:spAutoFit/>
          </a:bodyPr>
          <a:lstStyle/>
          <a:p>
            <a:pPr lvl="0" algn="r"/>
            <a:r>
              <a:rPr lang="en-US" altLang="ko-KR" sz="1800" i="1" smtClean="0">
                <a:solidFill>
                  <a:srgbClr val="FFFFFF"/>
                </a:solidFill>
                <a:latin typeface="맑은 고딕" panose="020B0503020000020004" pitchFamily="50" charset="-127"/>
                <a:ea typeface="맑은 고딕" panose="020B0503020000020004" pitchFamily="50" charset="-127"/>
                <a:cs typeface="Malgun Gothic"/>
                <a:sym typeface="Malgun Gothic"/>
              </a:rPr>
              <a:t>AI Agent</a:t>
            </a:r>
            <a:endParaRPr lang="en-US" altLang="ko-KR" sz="1800" i="1">
              <a:solidFill>
                <a:srgbClr val="FFFFFF"/>
              </a:solidFill>
              <a:latin typeface="맑은 고딕" panose="020B0503020000020004" pitchFamily="50" charset="-127"/>
              <a:ea typeface="맑은 고딕" panose="020B0503020000020004" pitchFamily="50" charset="-127"/>
              <a:cs typeface="Malgun Gothic"/>
              <a:sym typeface="Malgun Gothic"/>
            </a:endParaRPr>
          </a:p>
        </p:txBody>
      </p:sp>
      <p:sp>
        <p:nvSpPr>
          <p:cNvPr id="12" name="Google Shape;110;p2">
            <a:hlinkClick r:id="rId3"/>
          </p:cNvPr>
          <p:cNvSpPr/>
          <p:nvPr/>
        </p:nvSpPr>
        <p:spPr>
          <a:xfrm>
            <a:off x="482138" y="1101463"/>
            <a:ext cx="11579629" cy="954067"/>
          </a:xfrm>
          <a:prstGeom prst="rect">
            <a:avLst/>
          </a:prstGeom>
          <a:noFill/>
          <a:ln>
            <a:noFill/>
          </a:ln>
        </p:spPr>
        <p:txBody>
          <a:bodyPr spcFirstLastPara="1" wrap="square" lIns="91425" tIns="45700" rIns="91425" bIns="45700" anchor="t" anchorCtr="0">
            <a:spAutoFit/>
          </a:bodyPr>
          <a:lstStyle/>
          <a:p>
            <a:pPr lvl="0"/>
            <a:r>
              <a:rPr lang="ko-KR" altLang="en-US" b="1" err="1">
                <a:solidFill>
                  <a:srgbClr val="8B8B8B"/>
                </a:solidFill>
                <a:latin typeface="맑은 고딕" panose="020B0503020000020004" pitchFamily="50" charset="-127"/>
                <a:ea typeface="맑은 고딕" panose="020B0503020000020004" pitchFamily="50" charset="-127"/>
                <a:cs typeface="Malgun Gothic"/>
                <a:sym typeface="Helvetica Neue"/>
              </a:rPr>
              <a:t>생성형</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 </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AI</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에서 </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Agentic AI</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로의 진화는 </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"AI</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가 무엇을 할 수 있는가</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에서 </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"AI</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가 무엇을 달성할 수 있는가</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로의 패러다임 전환을 의미합니다</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 </a:t>
            </a:r>
            <a:r>
              <a:rPr lang="ko-KR" altLang="en-US" b="1" err="1" smtClean="0">
                <a:solidFill>
                  <a:srgbClr val="8B8B8B"/>
                </a:solidFill>
                <a:latin typeface="맑은 고딕" panose="020B0503020000020004" pitchFamily="50" charset="-127"/>
                <a:ea typeface="맑은 고딕" panose="020B0503020000020004" pitchFamily="50" charset="-127"/>
                <a:cs typeface="Malgun Gothic"/>
                <a:sym typeface="Helvetica Neue"/>
              </a:rPr>
              <a:t>생성형</a:t>
            </a:r>
            <a:r>
              <a:rPr lang="ko-KR" altLang="en-US" b="1" smtClean="0">
                <a:solidFill>
                  <a:srgbClr val="8B8B8B"/>
                </a:solidFill>
                <a:latin typeface="맑은 고딕" panose="020B0503020000020004" pitchFamily="50" charset="-127"/>
                <a:ea typeface="맑은 고딕" panose="020B0503020000020004" pitchFamily="50" charset="-127"/>
                <a:cs typeface="Malgun Gothic"/>
                <a:sym typeface="Helvetica Neue"/>
              </a:rPr>
              <a:t> </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AI</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가 도구로서 인간의 프롬프트에 반응하여 </a:t>
            </a:r>
            <a:r>
              <a:rPr lang="ko-KR" altLang="en-US" b="1" err="1">
                <a:solidFill>
                  <a:srgbClr val="8B8B8B"/>
                </a:solidFill>
                <a:latin typeface="맑은 고딕" panose="020B0503020000020004" pitchFamily="50" charset="-127"/>
                <a:ea typeface="맑은 고딕" panose="020B0503020000020004" pitchFamily="50" charset="-127"/>
                <a:cs typeface="Malgun Gothic"/>
                <a:sym typeface="Helvetica Neue"/>
              </a:rPr>
              <a:t>콘텐츠를</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 생성하는 수동적 역할이었다면</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 Agentic AI</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는 파트너로서 목표를 설정하고 자율적으로 계획을 수립하며 능동적으로 실행하는 </a:t>
            </a:r>
            <a:r>
              <a:rPr lang="ko-KR" altLang="en-US" b="1" err="1">
                <a:solidFill>
                  <a:srgbClr val="8B8B8B"/>
                </a:solidFill>
                <a:latin typeface="맑은 고딕" panose="020B0503020000020004" pitchFamily="50" charset="-127"/>
                <a:ea typeface="맑은 고딕" panose="020B0503020000020004" pitchFamily="50" charset="-127"/>
                <a:cs typeface="Malgun Gothic"/>
                <a:sym typeface="Helvetica Neue"/>
              </a:rPr>
              <a:t>협업자</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 역할로 발전했습니다</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 </a:t>
            </a:r>
            <a:r>
              <a:rPr lang="ko-KR" altLang="en-US" b="1" smtClean="0">
                <a:solidFill>
                  <a:srgbClr val="8B8B8B"/>
                </a:solidFill>
                <a:latin typeface="맑은 고딕" panose="020B0503020000020004" pitchFamily="50" charset="-127"/>
                <a:ea typeface="맑은 고딕" panose="020B0503020000020004" pitchFamily="50" charset="-127"/>
                <a:cs typeface="Malgun Gothic"/>
                <a:sym typeface="Helvetica Neue"/>
              </a:rPr>
              <a:t>단순한 </a:t>
            </a:r>
            <a:r>
              <a:rPr lang="ko-KR" altLang="en-US" b="1" err="1">
                <a:solidFill>
                  <a:srgbClr val="8B8B8B"/>
                </a:solidFill>
                <a:latin typeface="맑은 고딕" panose="020B0503020000020004" pitchFamily="50" charset="-127"/>
                <a:ea typeface="맑은 고딕" panose="020B0503020000020004" pitchFamily="50" charset="-127"/>
                <a:cs typeface="Malgun Gothic"/>
                <a:sym typeface="Helvetica Neue"/>
              </a:rPr>
              <a:t>콘텐츠</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 생성에서 복잡한 문제 해결로</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 </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일회성 상호작용에서 지속적 협업으로</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 </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인간 중심 의사결정에서 </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AI </a:t>
            </a:r>
            <a:r>
              <a:rPr lang="ko-KR" altLang="en-US" b="1">
                <a:solidFill>
                  <a:srgbClr val="8B8B8B"/>
                </a:solidFill>
                <a:latin typeface="맑은 고딕" panose="020B0503020000020004" pitchFamily="50" charset="-127"/>
                <a:ea typeface="맑은 고딕" panose="020B0503020000020004" pitchFamily="50" charset="-127"/>
                <a:cs typeface="Malgun Gothic"/>
                <a:sym typeface="Helvetica Neue"/>
              </a:rPr>
              <a:t>자율 판단으로의 근본적 변화를 보여줍니다</a:t>
            </a:r>
            <a:r>
              <a:rPr lang="en-US" altLang="ko-KR" b="1">
                <a:solidFill>
                  <a:srgbClr val="8B8B8B"/>
                </a:solidFill>
                <a:latin typeface="맑은 고딕" panose="020B0503020000020004" pitchFamily="50" charset="-127"/>
                <a:ea typeface="맑은 고딕" panose="020B0503020000020004" pitchFamily="50" charset="-127"/>
                <a:cs typeface="Malgun Gothic"/>
                <a:sym typeface="Helvetica Neue"/>
              </a:rPr>
              <a:t>.</a:t>
            </a:r>
          </a:p>
        </p:txBody>
      </p:sp>
      <p:pic>
        <p:nvPicPr>
          <p:cNvPr id="8" name="그림 7"/>
          <p:cNvPicPr>
            <a:picLocks noChangeAspect="1"/>
          </p:cNvPicPr>
          <p:nvPr/>
        </p:nvPicPr>
        <p:blipFill>
          <a:blip r:embed="rId4"/>
          <a:stretch>
            <a:fillRect/>
          </a:stretch>
        </p:blipFill>
        <p:spPr>
          <a:xfrm>
            <a:off x="648880" y="2021143"/>
            <a:ext cx="7774151" cy="4520972"/>
          </a:xfrm>
          <a:prstGeom prst="rect">
            <a:avLst/>
          </a:prstGeom>
        </p:spPr>
      </p:pic>
      <p:sp>
        <p:nvSpPr>
          <p:cNvPr id="39" name="직사각형 38"/>
          <p:cNvSpPr/>
          <p:nvPr/>
        </p:nvSpPr>
        <p:spPr>
          <a:xfrm>
            <a:off x="8494454" y="2021142"/>
            <a:ext cx="3058147" cy="4520973"/>
          </a:xfrm>
          <a:prstGeom prst="rect">
            <a:avLst/>
          </a:prstGeom>
          <a:solidFill>
            <a:srgbClr val="E2F0D9"/>
          </a:solidFill>
          <a:effectLst>
            <a:outerShdw blurRad="50800" dist="38100" dir="2700000" algn="tl" rotWithShape="0">
              <a:prstClr val="black">
                <a:alpha val="40000"/>
              </a:prstClr>
            </a:outerShdw>
          </a:effectLst>
        </p:spPr>
        <p:txBody>
          <a:bodyPr wrap="square">
            <a:noAutofit/>
          </a:bodyPr>
          <a:lstStyle/>
          <a:p>
            <a:r>
              <a:rPr lang="en-US" altLang="ko-KR" sz="1100" b="1">
                <a:latin typeface="맑은 고딕" panose="020B0503020000020004" pitchFamily="50" charset="-127"/>
                <a:ea typeface="맑은 고딕" panose="020B0503020000020004" pitchFamily="50" charset="-127"/>
              </a:rPr>
              <a:t>2025</a:t>
            </a:r>
            <a:r>
              <a:rPr lang="ko-KR" altLang="en-US" sz="1100" b="1">
                <a:latin typeface="맑은 고딕" panose="020B0503020000020004" pitchFamily="50" charset="-127"/>
                <a:ea typeface="맑은 고딕" panose="020B0503020000020004" pitchFamily="50" charset="-127"/>
              </a:rPr>
              <a:t>년 </a:t>
            </a:r>
            <a:r>
              <a:rPr lang="en-US" altLang="ko-KR" sz="1100" b="1">
                <a:latin typeface="맑은 고딕" panose="020B0503020000020004" pitchFamily="50" charset="-127"/>
                <a:ea typeface="맑은 고딕" panose="020B0503020000020004" pitchFamily="50" charset="-127"/>
              </a:rPr>
              <a:t>Agentic AI </a:t>
            </a:r>
            <a:r>
              <a:rPr lang="ko-KR" altLang="en-US" sz="1100" b="1">
                <a:latin typeface="맑은 고딕" panose="020B0503020000020004" pitchFamily="50" charset="-127"/>
                <a:ea typeface="맑은 고딕" panose="020B0503020000020004" pitchFamily="50" charset="-127"/>
              </a:rPr>
              <a:t>주요 동향 및 적용 </a:t>
            </a:r>
            <a:r>
              <a:rPr lang="ko-KR" altLang="en-US" sz="1100" b="1" smtClean="0">
                <a:latin typeface="맑은 고딕" panose="020B0503020000020004" pitchFamily="50" charset="-127"/>
                <a:ea typeface="맑은 고딕" panose="020B0503020000020004" pitchFamily="50" charset="-127"/>
              </a:rPr>
              <a:t>분야</a:t>
            </a:r>
            <a:endParaRPr lang="en-US" altLang="ko-KR" sz="1100" b="1" smtClean="0">
              <a:latin typeface="맑은 고딕" panose="020B0503020000020004" pitchFamily="50" charset="-127"/>
              <a:ea typeface="맑은 고딕" panose="020B0503020000020004" pitchFamily="50" charset="-127"/>
            </a:endParaRPr>
          </a:p>
          <a:p>
            <a:endParaRPr lang="ko-KR" altLang="en-US" sz="1100">
              <a:latin typeface="맑은 고딕" panose="020B0503020000020004" pitchFamily="50" charset="-127"/>
              <a:ea typeface="맑은 고딕" panose="020B0503020000020004" pitchFamily="50" charset="-127"/>
            </a:endParaRPr>
          </a:p>
          <a:p>
            <a:r>
              <a:rPr lang="en-US" altLang="ko-KR" sz="1100" b="1" smtClean="0">
                <a:latin typeface="맑은 고딕" panose="020B0503020000020004" pitchFamily="50" charset="-127"/>
                <a:ea typeface="맑은 고딕" panose="020B0503020000020004" pitchFamily="50" charset="-127"/>
              </a:rPr>
              <a:t>1. Multi-Agent </a:t>
            </a:r>
            <a:r>
              <a:rPr lang="ko-KR" altLang="en-US" sz="1100" b="1" smtClean="0">
                <a:latin typeface="맑은 고딕" panose="020B0503020000020004" pitchFamily="50" charset="-127"/>
                <a:ea typeface="맑은 고딕" panose="020B0503020000020004" pitchFamily="50" charset="-127"/>
              </a:rPr>
              <a:t>시스템</a:t>
            </a:r>
            <a:r>
              <a:rPr lang="ko-KR" altLang="en-US" sz="1100" smtClean="0">
                <a:latin typeface="맑은 고딕" panose="020B0503020000020004" pitchFamily="50" charset="-127"/>
                <a:ea typeface="맑은 고딕" panose="020B0503020000020004" pitchFamily="50" charset="-127"/>
              </a:rPr>
              <a:t> </a:t>
            </a:r>
            <a:r>
              <a:rPr lang="en-US" altLang="ko-KR" sz="1100" smtClean="0">
                <a:latin typeface="맑은 고딕" panose="020B0503020000020004" pitchFamily="50" charset="-127"/>
                <a:ea typeface="맑은 고딕" panose="020B0503020000020004" pitchFamily="50" charset="-127"/>
              </a:rPr>
              <a:t>2025</a:t>
            </a:r>
            <a:r>
              <a:rPr lang="ko-KR" altLang="en-US" sz="1100">
                <a:latin typeface="맑은 고딕" panose="020B0503020000020004" pitchFamily="50" charset="-127"/>
                <a:ea typeface="맑은 고딕" panose="020B0503020000020004" pitchFamily="50" charset="-127"/>
              </a:rPr>
              <a:t>년 가장 핵심적인 변화는 다중 에이전트 협업 시스템의 등장입니다</a:t>
            </a:r>
            <a:r>
              <a:rPr lang="en-US" altLang="ko-KR" sz="1100">
                <a:latin typeface="맑은 고딕" panose="020B0503020000020004" pitchFamily="50" charset="-127"/>
                <a:ea typeface="맑은 고딕" panose="020B0503020000020004" pitchFamily="50" charset="-127"/>
              </a:rPr>
              <a:t>. </a:t>
            </a:r>
            <a:r>
              <a:rPr lang="ko-KR" altLang="en-US" sz="1100">
                <a:latin typeface="맑은 고딕" panose="020B0503020000020004" pitchFamily="50" charset="-127"/>
                <a:ea typeface="맑은 고딕" panose="020B0503020000020004" pitchFamily="50" charset="-127"/>
              </a:rPr>
              <a:t>하나의 </a:t>
            </a:r>
            <a:r>
              <a:rPr lang="en-US" altLang="ko-KR" sz="1100">
                <a:latin typeface="맑은 고딕" panose="020B0503020000020004" pitchFamily="50" charset="-127"/>
                <a:ea typeface="맑은 고딕" panose="020B0503020000020004" pitchFamily="50" charset="-127"/>
              </a:rPr>
              <a:t>LLM</a:t>
            </a:r>
            <a:r>
              <a:rPr lang="ko-KR" altLang="en-US" sz="1100">
                <a:latin typeface="맑은 고딕" panose="020B0503020000020004" pitchFamily="50" charset="-127"/>
                <a:ea typeface="맑은 고딕" panose="020B0503020000020004" pitchFamily="50" charset="-127"/>
              </a:rPr>
              <a:t>이 소프트웨어 코드를 작성하고</a:t>
            </a:r>
            <a:r>
              <a:rPr lang="en-US" altLang="ko-KR" sz="1100">
                <a:latin typeface="맑은 고딕" panose="020B0503020000020004" pitchFamily="50" charset="-127"/>
                <a:ea typeface="맑은 고딕" panose="020B0503020000020004" pitchFamily="50" charset="-127"/>
              </a:rPr>
              <a:t>, </a:t>
            </a:r>
            <a:r>
              <a:rPr lang="ko-KR" altLang="en-US" sz="1100">
                <a:latin typeface="맑은 고딕" panose="020B0503020000020004" pitchFamily="50" charset="-127"/>
                <a:ea typeface="맑은 고딕" panose="020B0503020000020004" pitchFamily="50" charset="-127"/>
              </a:rPr>
              <a:t>다른 에이전트는 보안을 보장하며</a:t>
            </a:r>
            <a:r>
              <a:rPr lang="en-US" altLang="ko-KR" sz="1100">
                <a:latin typeface="맑은 고딕" panose="020B0503020000020004" pitchFamily="50" charset="-127"/>
                <a:ea typeface="맑은 고딕" panose="020B0503020000020004" pitchFamily="50" charset="-127"/>
              </a:rPr>
              <a:t>, </a:t>
            </a:r>
            <a:r>
              <a:rPr lang="ko-KR" altLang="en-US" sz="1100">
                <a:latin typeface="맑은 고딕" panose="020B0503020000020004" pitchFamily="50" charset="-127"/>
                <a:ea typeface="맑은 고딕" panose="020B0503020000020004" pitchFamily="50" charset="-127"/>
              </a:rPr>
              <a:t>세 번째는 스타일 규칙을 확인하고</a:t>
            </a:r>
            <a:r>
              <a:rPr lang="en-US" altLang="ko-KR" sz="1100">
                <a:latin typeface="맑은 고딕" panose="020B0503020000020004" pitchFamily="50" charset="-127"/>
                <a:ea typeface="맑은 고딕" panose="020B0503020000020004" pitchFamily="50" charset="-127"/>
              </a:rPr>
              <a:t>, </a:t>
            </a:r>
            <a:r>
              <a:rPr lang="ko-KR" altLang="en-US" sz="1100">
                <a:latin typeface="맑은 고딕" panose="020B0503020000020004" pitchFamily="50" charset="-127"/>
                <a:ea typeface="맑은 고딕" panose="020B0503020000020004" pitchFamily="50" charset="-127"/>
              </a:rPr>
              <a:t>네 번째는 성능을 최적화하는 방식으로 각각 전문화된 역할을 담당합니다</a:t>
            </a:r>
            <a:r>
              <a:rPr lang="en-US" altLang="ko-KR" sz="1100">
                <a:latin typeface="맑은 고딕" panose="020B0503020000020004" pitchFamily="50" charset="-127"/>
                <a:ea typeface="맑은 고딕" panose="020B0503020000020004" pitchFamily="50" charset="-127"/>
              </a:rPr>
              <a:t>. </a:t>
            </a:r>
            <a:r>
              <a:rPr lang="ko-KR" altLang="en-US" sz="1100">
                <a:latin typeface="맑은 고딕" panose="020B0503020000020004" pitchFamily="50" charset="-127"/>
                <a:ea typeface="맑은 고딕" panose="020B0503020000020004" pitchFamily="50" charset="-127"/>
              </a:rPr>
              <a:t>이러한 협업 프레임워크는 복잡한 작업을 효율적으로 분담하고 조율하여 단일 에이전트로는 불가능한 고도화된 결과물을 생산할 수 있게 합니다</a:t>
            </a:r>
            <a:r>
              <a:rPr lang="en-US" altLang="ko-KR" sz="1100" smtClean="0">
                <a:latin typeface="맑은 고딕" panose="020B0503020000020004" pitchFamily="50" charset="-127"/>
                <a:ea typeface="맑은 고딕" panose="020B0503020000020004" pitchFamily="50" charset="-127"/>
              </a:rPr>
              <a:t>.</a:t>
            </a:r>
            <a:endParaRPr lang="en-US" altLang="ko-KR" sz="1100">
              <a:latin typeface="맑은 고딕" panose="020B0503020000020004" pitchFamily="50" charset="-127"/>
              <a:ea typeface="맑은 고딕" panose="020B0503020000020004" pitchFamily="50" charset="-127"/>
            </a:endParaRPr>
          </a:p>
          <a:p>
            <a:r>
              <a:rPr lang="en-US" altLang="ko-KR" sz="1100" b="1">
                <a:latin typeface="맑은 고딕" panose="020B0503020000020004" pitchFamily="50" charset="-127"/>
                <a:ea typeface="맑은 고딕" panose="020B0503020000020004" pitchFamily="50" charset="-127"/>
              </a:rPr>
              <a:t>2. </a:t>
            </a:r>
            <a:r>
              <a:rPr lang="ko-KR" altLang="en-US" sz="1100" b="1">
                <a:latin typeface="맑은 고딕" panose="020B0503020000020004" pitchFamily="50" charset="-127"/>
                <a:ea typeface="맑은 고딕" panose="020B0503020000020004" pitchFamily="50" charset="-127"/>
              </a:rPr>
              <a:t>오픈 </a:t>
            </a:r>
            <a:r>
              <a:rPr lang="ko-KR" altLang="en-US" sz="1100" b="1" err="1">
                <a:latin typeface="맑은 고딕" panose="020B0503020000020004" pitchFamily="50" charset="-127"/>
                <a:ea typeface="맑은 고딕" panose="020B0503020000020004" pitchFamily="50" charset="-127"/>
              </a:rPr>
              <a:t>에이전틱</a:t>
            </a:r>
            <a:r>
              <a:rPr lang="ko-KR" altLang="en-US" sz="1100" b="1">
                <a:latin typeface="맑은 고딕" panose="020B0503020000020004" pitchFamily="50" charset="-127"/>
                <a:ea typeface="맑은 고딕" panose="020B0503020000020004" pitchFamily="50" charset="-127"/>
              </a:rPr>
              <a:t> 웹</a:t>
            </a:r>
            <a:r>
              <a:rPr lang="ko-KR" altLang="en-US" sz="1100">
                <a:latin typeface="맑은 고딕" panose="020B0503020000020004" pitchFamily="50" charset="-127"/>
                <a:ea typeface="맑은 고딕" panose="020B0503020000020004" pitchFamily="50" charset="-127"/>
              </a:rPr>
              <a:t> 인터넷의 새로운 패러다임으로 </a:t>
            </a:r>
            <a:r>
              <a:rPr lang="en-US" altLang="ko-KR" sz="1100">
                <a:latin typeface="맑은 고딕" panose="020B0503020000020004" pitchFamily="50" charset="-127"/>
                <a:ea typeface="맑은 고딕" panose="020B0503020000020004" pitchFamily="50" charset="-127"/>
              </a:rPr>
              <a:t>AI </a:t>
            </a:r>
            <a:r>
              <a:rPr lang="ko-KR" altLang="en-US" sz="1100">
                <a:latin typeface="맑은 고딕" panose="020B0503020000020004" pitchFamily="50" charset="-127"/>
                <a:ea typeface="맑은 고딕" panose="020B0503020000020004" pitchFamily="50" charset="-127"/>
              </a:rPr>
              <a:t>에이전트가 사용자나 조직을 대신하여 자율적으로 결정을 내리고 작업을 수행하는 개방형 웹 생태계가 구축되고 있습니다</a:t>
            </a:r>
            <a:r>
              <a:rPr lang="en-US" altLang="ko-KR" sz="1100">
                <a:latin typeface="맑은 고딕" panose="020B0503020000020004" pitchFamily="50" charset="-127"/>
                <a:ea typeface="맑은 고딕" panose="020B0503020000020004" pitchFamily="50" charset="-127"/>
              </a:rPr>
              <a:t>. </a:t>
            </a:r>
            <a:r>
              <a:rPr lang="ko-KR" altLang="en-US" sz="1100">
                <a:latin typeface="맑은 고딕" panose="020B0503020000020004" pitchFamily="50" charset="-127"/>
                <a:ea typeface="맑은 고딕" panose="020B0503020000020004" pitchFamily="50" charset="-127"/>
              </a:rPr>
              <a:t>이는 기존의 정적 웹사이트 중심에서 동적 에이전트 중심의 상호작용으로 전환을 의미합니다</a:t>
            </a:r>
            <a:r>
              <a:rPr lang="en-US" altLang="ko-KR" sz="1100" smtClean="0">
                <a:latin typeface="맑은 고딕" panose="020B0503020000020004" pitchFamily="50" charset="-127"/>
                <a:ea typeface="맑은 고딕" panose="020B0503020000020004" pitchFamily="50" charset="-127"/>
              </a:rPr>
              <a:t>.</a:t>
            </a:r>
            <a:endParaRPr lang="en-US" altLang="ko-KR" sz="110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7857912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53735</TotalTime>
  <Words>786</Words>
  <Application>Microsoft Office PowerPoint</Application>
  <PresentationFormat>와이드스크린</PresentationFormat>
  <Paragraphs>62</Paragraphs>
  <Slides>2</Slides>
  <Notes>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vt:i4>
      </vt:variant>
    </vt:vector>
  </HeadingPairs>
  <TitlesOfParts>
    <vt:vector size="7" baseType="lpstr">
      <vt:lpstr>맑은 고딕</vt:lpstr>
      <vt:lpstr>맑은 고딕</vt:lpstr>
      <vt:lpstr>Arial</vt:lpstr>
      <vt:lpstr>Helvetica Neue</vt:lpstr>
      <vt:lpstr>Office 테마</vt:lpstr>
      <vt:lpstr>PowerPoint 프레젠테이션</vt:lpstr>
      <vt:lpstr>PowerPoint 프레젠테이션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cho</dc:creator>
  <cp:lastModifiedBy>KTDS</cp:lastModifiedBy>
  <cp:revision>3055</cp:revision>
  <dcterms:created xsi:type="dcterms:W3CDTF">2017-04-20T07:21:04Z</dcterms:created>
  <dcterms:modified xsi:type="dcterms:W3CDTF">2026-01-15T02:34:39Z</dcterms:modified>
</cp:coreProperties>
</file>